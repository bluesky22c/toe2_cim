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4"/>
    <p:sldMasterId id="2147484023" r:id="rId5"/>
  </p:sldMasterIdLst>
  <p:notesMasterIdLst>
    <p:notesMasterId r:id="rId88"/>
  </p:notesMasterIdLst>
  <p:sldIdLst>
    <p:sldId id="256" r:id="rId6"/>
    <p:sldId id="257" r:id="rId7"/>
    <p:sldId id="327" r:id="rId8"/>
    <p:sldId id="328" r:id="rId9"/>
    <p:sldId id="329" r:id="rId10"/>
    <p:sldId id="330" r:id="rId11"/>
    <p:sldId id="331" r:id="rId12"/>
    <p:sldId id="332" r:id="rId13"/>
    <p:sldId id="333" r:id="rId14"/>
    <p:sldId id="334" r:id="rId15"/>
    <p:sldId id="335" r:id="rId16"/>
    <p:sldId id="336" r:id="rId17"/>
    <p:sldId id="337" r:id="rId18"/>
    <p:sldId id="326" r:id="rId19"/>
    <p:sldId id="279" r:id="rId20"/>
    <p:sldId id="259" r:id="rId21"/>
    <p:sldId id="260" r:id="rId22"/>
    <p:sldId id="280" r:id="rId23"/>
    <p:sldId id="261" r:id="rId24"/>
    <p:sldId id="338" r:id="rId25"/>
    <p:sldId id="339" r:id="rId26"/>
    <p:sldId id="340" r:id="rId27"/>
    <p:sldId id="262" r:id="rId28"/>
    <p:sldId id="263" r:id="rId29"/>
    <p:sldId id="264" r:id="rId30"/>
    <p:sldId id="265" r:id="rId31"/>
    <p:sldId id="281" r:id="rId32"/>
    <p:sldId id="341" r:id="rId33"/>
    <p:sldId id="266" r:id="rId34"/>
    <p:sldId id="282" r:id="rId35"/>
    <p:sldId id="267" r:id="rId36"/>
    <p:sldId id="292" r:id="rId37"/>
    <p:sldId id="343" r:id="rId38"/>
    <p:sldId id="342" r:id="rId39"/>
    <p:sldId id="269" r:id="rId40"/>
    <p:sldId id="293" r:id="rId41"/>
    <p:sldId id="344" r:id="rId42"/>
    <p:sldId id="322" r:id="rId43"/>
    <p:sldId id="345" r:id="rId44"/>
    <p:sldId id="346" r:id="rId45"/>
    <p:sldId id="347" r:id="rId46"/>
    <p:sldId id="348" r:id="rId47"/>
    <p:sldId id="349" r:id="rId48"/>
    <p:sldId id="350" r:id="rId49"/>
    <p:sldId id="351" r:id="rId50"/>
    <p:sldId id="352" r:id="rId51"/>
    <p:sldId id="353" r:id="rId52"/>
    <p:sldId id="354" r:id="rId53"/>
    <p:sldId id="355" r:id="rId54"/>
    <p:sldId id="356" r:id="rId55"/>
    <p:sldId id="357" r:id="rId56"/>
    <p:sldId id="358" r:id="rId57"/>
    <p:sldId id="359" r:id="rId58"/>
    <p:sldId id="360" r:id="rId59"/>
    <p:sldId id="361" r:id="rId60"/>
    <p:sldId id="362" r:id="rId61"/>
    <p:sldId id="364" r:id="rId62"/>
    <p:sldId id="365" r:id="rId63"/>
    <p:sldId id="366" r:id="rId64"/>
    <p:sldId id="367" r:id="rId65"/>
    <p:sldId id="368" r:id="rId66"/>
    <p:sldId id="369" r:id="rId67"/>
    <p:sldId id="370" r:id="rId68"/>
    <p:sldId id="371" r:id="rId69"/>
    <p:sldId id="372" r:id="rId70"/>
    <p:sldId id="373" r:id="rId71"/>
    <p:sldId id="374" r:id="rId72"/>
    <p:sldId id="375" r:id="rId73"/>
    <p:sldId id="376" r:id="rId74"/>
    <p:sldId id="377" r:id="rId75"/>
    <p:sldId id="378" r:id="rId76"/>
    <p:sldId id="383" r:id="rId77"/>
    <p:sldId id="379" r:id="rId78"/>
    <p:sldId id="380" r:id="rId79"/>
    <p:sldId id="381" r:id="rId80"/>
    <p:sldId id="384" r:id="rId81"/>
    <p:sldId id="382" r:id="rId82"/>
    <p:sldId id="312" r:id="rId83"/>
    <p:sldId id="313" r:id="rId84"/>
    <p:sldId id="272" r:id="rId85"/>
    <p:sldId id="273" r:id="rId86"/>
    <p:sldId id="291" r:id="rId87"/>
  </p:sldIdLst>
  <p:sldSz cx="9906000" cy="6858000" type="A4"/>
  <p:notesSz cx="6754813" cy="9866313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Arial" pitchFamily="34" charset="0"/>
        <a:ea typeface="돋움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319">
          <p15:clr>
            <a:srgbClr val="A4A3A4"/>
          </p15:clr>
        </p15:guide>
        <p15:guide id="2" pos="623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07">
          <p15:clr>
            <a:srgbClr val="A4A3A4"/>
          </p15:clr>
        </p15:guide>
        <p15:guide id="2" pos="2127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CC"/>
    <a:srgbClr val="0000FF"/>
    <a:srgbClr val="FF0000"/>
    <a:srgbClr val="FFFF99"/>
    <a:srgbClr val="DDDDDD"/>
    <a:srgbClr val="FFCC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23D349D-E6DC-4EE0-BD90-ADD20095B438}" v="5" dt="2021-12-16T06:34:55.161"/>
    <p1510:client id="{5B1FF49E-E749-4CD1-A44A-AFB8AAFE581F}" v="7" dt="2021-12-16T05:38:10.61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>
      <p:cViewPr>
        <p:scale>
          <a:sx n="1" d="2"/>
          <a:sy n="1" d="2"/>
        </p:scale>
        <p:origin x="0" y="0"/>
      </p:cViewPr>
      <p:guideLst>
        <p:guide orient="horz" pos="4319"/>
        <p:guide pos="6239"/>
      </p:guideLst>
    </p:cSldViewPr>
  </p:slide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107"/>
        <p:guide pos="2127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84" Type="http://schemas.openxmlformats.org/officeDocument/2006/relationships/slide" Target="slides/slide79.xml"/><Relationship Id="rId89" Type="http://schemas.openxmlformats.org/officeDocument/2006/relationships/presProps" Target="presProps.xml"/><Relationship Id="rId16" Type="http://schemas.openxmlformats.org/officeDocument/2006/relationships/slide" Target="slides/slide11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slide" Target="slides/slide74.xml"/><Relationship Id="rId5" Type="http://schemas.openxmlformats.org/officeDocument/2006/relationships/slideMaster" Target="slideMasters/slideMaster2.xml"/><Relationship Id="rId90" Type="http://schemas.openxmlformats.org/officeDocument/2006/relationships/viewProps" Target="viewProps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93" Type="http://schemas.microsoft.com/office/2016/11/relationships/changesInfo" Target="changesInfos/changesInfo1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83" Type="http://schemas.openxmlformats.org/officeDocument/2006/relationships/slide" Target="slides/slide78.xml"/><Relationship Id="rId88" Type="http://schemas.openxmlformats.org/officeDocument/2006/relationships/notesMaster" Target="notesMasters/notesMaster1.xml"/><Relationship Id="rId91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94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tableStyles" Target="tableStyles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채일문" userId="S::jjack@engionsystem.co.kr::b3df21b6-391a-4541-a5d7-a5137e110df7" providerId="AD" clId="Web-{5B1FF49E-E749-4CD1-A44A-AFB8AAFE581F}"/>
    <pc:docChg chg="modSld">
      <pc:chgData name="채일문" userId="S::jjack@engionsystem.co.kr::b3df21b6-391a-4541-a5d7-a5137e110df7" providerId="AD" clId="Web-{5B1FF49E-E749-4CD1-A44A-AFB8AAFE581F}" dt="2021-12-16T05:38:10.613" v="6"/>
      <pc:docMkLst>
        <pc:docMk/>
      </pc:docMkLst>
      <pc:sldChg chg="addSp delSp modSp">
        <pc:chgData name="채일문" userId="S::jjack@engionsystem.co.kr::b3df21b6-391a-4541-a5d7-a5137e110df7" providerId="AD" clId="Web-{5B1FF49E-E749-4CD1-A44A-AFB8AAFE581F}" dt="2021-12-16T05:38:10.613" v="6"/>
        <pc:sldMkLst>
          <pc:docMk/>
          <pc:sldMk cId="0" sldId="312"/>
        </pc:sldMkLst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56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69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0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1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3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4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5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6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7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8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79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0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1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2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3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4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5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6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7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8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89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0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1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2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3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4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5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6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7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8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899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0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1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2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3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4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5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6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7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8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09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0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3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4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5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6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7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18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21" creationId="{00000000-0000-0000-0000-000000000000}"/>
          </ac:spMkLst>
        </pc:spChg>
        <pc:spChg chg="topLvl">
          <ac:chgData name="채일문" userId="S::jjack@engionsystem.co.kr::b3df21b6-391a-4541-a5d7-a5137e110df7" providerId="AD" clId="Web-{5B1FF49E-E749-4CD1-A44A-AFB8AAFE581F}" dt="2021-12-16T05:37:58.519" v="5"/>
          <ac:spMkLst>
            <pc:docMk/>
            <pc:sldMk cId="0" sldId="312"/>
            <ac:spMk id="36922" creationId="{00000000-0000-0000-0000-000000000000}"/>
          </ac:spMkLst>
        </pc:spChg>
        <pc:grpChg chg="add del mod">
          <ac:chgData name="채일문" userId="S::jjack@engionsystem.co.kr::b3df21b6-391a-4541-a5d7-a5137e110df7" providerId="AD" clId="Web-{5B1FF49E-E749-4CD1-A44A-AFB8AAFE581F}" dt="2021-12-16T05:37:58.519" v="5"/>
          <ac:grpSpMkLst>
            <pc:docMk/>
            <pc:sldMk cId="0" sldId="312"/>
            <ac:grpSpMk id="2" creationId="{54B6B009-C742-4DF5-8BB1-C0339393CFD5}"/>
          </ac:grpSpMkLst>
        </pc:grpChg>
        <pc:grpChg chg="add">
          <ac:chgData name="채일문" userId="S::jjack@engionsystem.co.kr::b3df21b6-391a-4541-a5d7-a5137e110df7" providerId="AD" clId="Web-{5B1FF49E-E749-4CD1-A44A-AFB8AAFE581F}" dt="2021-12-16T05:38:10.613" v="6"/>
          <ac:grpSpMkLst>
            <pc:docMk/>
            <pc:sldMk cId="0" sldId="312"/>
            <ac:grpSpMk id="3" creationId="{CCB2F7FE-3710-4EDF-A63C-69A0166DAB88}"/>
          </ac:grpSpMkLst>
        </pc:grpChg>
        <pc:cxnChg chg="topLvl">
          <ac:chgData name="채일문" userId="S::jjack@engionsystem.co.kr::b3df21b6-391a-4541-a5d7-a5137e110df7" providerId="AD" clId="Web-{5B1FF49E-E749-4CD1-A44A-AFB8AAFE581F}" dt="2021-12-16T05:37:58.519" v="5"/>
          <ac:cxnSpMkLst>
            <pc:docMk/>
            <pc:sldMk cId="0" sldId="312"/>
            <ac:cxnSpMk id="4" creationId="{00000000-0000-0000-0000-000000000000}"/>
          </ac:cxnSpMkLst>
        </pc:cxnChg>
        <pc:cxnChg chg="topLvl">
          <ac:chgData name="채일문" userId="S::jjack@engionsystem.co.kr::b3df21b6-391a-4541-a5d7-a5137e110df7" providerId="AD" clId="Web-{5B1FF49E-E749-4CD1-A44A-AFB8AAFE581F}" dt="2021-12-16T05:37:58.519" v="5"/>
          <ac:cxnSpMkLst>
            <pc:docMk/>
            <pc:sldMk cId="0" sldId="312"/>
            <ac:cxnSpMk id="277" creationId="{00000000-0000-0000-0000-000000000000}"/>
          </ac:cxnSpMkLst>
        </pc:cxnChg>
      </pc:sldChg>
    </pc:docChg>
  </pc:docChgLst>
  <pc:docChgLst>
    <pc:chgData name="일문" userId="b3df21b6-391a-4541-a5d7-a5137e110df7" providerId="ADAL" clId="{223D349D-E6DC-4EE0-BD90-ADD20095B438}"/>
    <pc:docChg chg="modSld">
      <pc:chgData name="일문" userId="b3df21b6-391a-4541-a5d7-a5137e110df7" providerId="ADAL" clId="{223D349D-E6DC-4EE0-BD90-ADD20095B438}" dt="2021-12-16T06:34:55.160" v="0" actId="164"/>
      <pc:docMkLst>
        <pc:docMk/>
      </pc:docMkLst>
      <pc:sldChg chg="addSp modSp">
        <pc:chgData name="일문" userId="b3df21b6-391a-4541-a5d7-a5137e110df7" providerId="ADAL" clId="{223D349D-E6DC-4EE0-BD90-ADD20095B438}" dt="2021-12-16T06:34:55.160" v="0" actId="164"/>
        <pc:sldMkLst>
          <pc:docMk/>
          <pc:sldMk cId="0" sldId="313"/>
        </pc:sldMkLst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8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8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5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19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5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0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5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1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2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2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2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2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3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3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3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3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3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5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4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5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5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5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7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8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69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27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890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89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89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89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89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896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3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3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71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72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73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74" creationId="{00000000-0000-0000-0000-000000000000}"/>
          </ac:spMkLst>
        </pc:spChg>
        <pc:spChg chg="mod">
          <ac:chgData name="일문" userId="b3df21b6-391a-4541-a5d7-a5137e110df7" providerId="ADAL" clId="{223D349D-E6DC-4EE0-BD90-ADD20095B438}" dt="2021-12-16T06:34:55.160" v="0" actId="164"/>
          <ac:spMkLst>
            <pc:docMk/>
            <pc:sldMk cId="0" sldId="313"/>
            <ac:spMk id="37975" creationId="{00000000-0000-0000-0000-000000000000}"/>
          </ac:spMkLst>
        </pc:spChg>
        <pc:grpChg chg="add mod">
          <ac:chgData name="일문" userId="b3df21b6-391a-4541-a5d7-a5137e110df7" providerId="ADAL" clId="{223D349D-E6DC-4EE0-BD90-ADD20095B438}" dt="2021-12-16T06:34:55.160" v="0" actId="164"/>
          <ac:grpSpMkLst>
            <pc:docMk/>
            <pc:sldMk cId="0" sldId="313"/>
            <ac:grpSpMk id="2" creationId="{CAE4C419-3A64-4CBE-8179-CDA74DF31188}"/>
          </ac:grpSpMkLst>
        </pc:grpChg>
        <pc:grpChg chg="mod">
          <ac:chgData name="일문" userId="b3df21b6-391a-4541-a5d7-a5137e110df7" providerId="ADAL" clId="{223D349D-E6DC-4EE0-BD90-ADD20095B438}" dt="2021-12-16T06:34:55.160" v="0" actId="164"/>
          <ac:grpSpMkLst>
            <pc:docMk/>
            <pc:sldMk cId="0" sldId="313"/>
            <ac:grpSpMk id="37976" creationId="{00000000-0000-0000-0000-000000000000}"/>
          </ac:grpSpMkLst>
        </pc:grpChg>
        <pc:cxnChg chg="mod">
          <ac:chgData name="일문" userId="b3df21b6-391a-4541-a5d7-a5137e110df7" providerId="ADAL" clId="{223D349D-E6DC-4EE0-BD90-ADD20095B438}" dt="2021-12-16T06:34:55.160" v="0" actId="164"/>
          <ac:cxnSpMkLst>
            <pc:docMk/>
            <pc:sldMk cId="0" sldId="313"/>
            <ac:cxnSpMk id="6" creationId="{00000000-0000-0000-0000-000000000000}"/>
          </ac:cxnSpMkLst>
        </pc:cxnChg>
      </pc:sldChg>
    </pc:docChg>
  </pc:docChgLst>
</pc:chgInfo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image" Target="../media/image8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27350" cy="49371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25875" y="0"/>
            <a:ext cx="2927350" cy="49371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B38AF8A6-8B51-4D0B-B051-F643AACC59CD}" type="datetimeFigureOut">
              <a:rPr lang="ko-KR" altLang="en-US"/>
              <a:pPr>
                <a:defRPr/>
              </a:pPr>
              <a:t>2021-12-15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04850" y="739775"/>
            <a:ext cx="5345113" cy="370046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ko-KR" altLang="en-US" noProof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6275" y="4686300"/>
            <a:ext cx="5403850" cy="444023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 noProof="0"/>
              <a:t>마스터 텍스트 스타일을 편집합니다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371013"/>
            <a:ext cx="2927350" cy="493712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25875" y="9371013"/>
            <a:ext cx="2927350" cy="493712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D6D0E1E3-BA9D-426D-A25F-EA5BEB5B3EEE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928682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F2511546-C04B-4B0B-9C40-3F2DE6C40AEA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3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5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583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C38E8E78-15FF-485D-852B-4F872FB15BC4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4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5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5939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FC9172F7-D29C-4C3C-9511-071CF2198D19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5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042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BBD2E485-EA45-4496-AF42-83161D7A6D36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6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144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F089F25F-3819-4191-BDB3-6AF23AFD75F3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7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2468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52D76953-0F0C-460F-A3DB-3F036271CFE5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8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3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349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2EFB5D5D-9DDB-4C69-BE3B-52CFF1F25500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9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451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17EA84BE-879E-4F62-87BD-3C871C470BDA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10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3FF2B7DB-D06A-4470-BFF5-BEF2ABBEB587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11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6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656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785AEB91-8E39-4BDE-BE5B-6D54B06C9A05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12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7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solidFill>
            <a:srgbClr val="FFFFFF"/>
          </a:solidFill>
          <a:ln/>
        </p:spPr>
      </p:sp>
      <p:sp>
        <p:nvSpPr>
          <p:cNvPr id="67588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L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1)OS-WINDOW 2000 Pro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2)CPU-P4 2.4 GHz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3)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512 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V</a:t>
            </a:r>
            <a:r>
              <a:rPr lang="ko-KR" altLang="en-US">
                <a:latin typeface="굴림" charset="-127"/>
                <a:ea typeface="굴림" charset="-127"/>
              </a:rPr>
              <a:t>사 </a:t>
            </a:r>
            <a:r>
              <a:rPr lang="en-US" altLang="ko-KR">
                <a:latin typeface="굴림" charset="-127"/>
                <a:ea typeface="굴림" charset="-127"/>
              </a:rPr>
              <a:t>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3 1GHz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30GB </a:t>
            </a:r>
            <a:r>
              <a:rPr lang="ko-KR" altLang="en-US">
                <a:latin typeface="굴림" charset="-127"/>
                <a:ea typeface="굴림" charset="-127"/>
              </a:rPr>
              <a:t>이상</a:t>
            </a:r>
          </a:p>
          <a:p>
            <a:pPr eaLnBrk="1" hangingPunct="1"/>
            <a:r>
              <a:rPr lang="ko-KR" altLang="en-US">
                <a:latin typeface="굴림" charset="-127"/>
                <a:ea typeface="굴림" charset="-127"/>
              </a:rPr>
              <a:t>      </a:t>
            </a:r>
            <a:r>
              <a:rPr lang="en-US" altLang="ko-KR">
                <a:latin typeface="굴림" charset="-127"/>
                <a:ea typeface="굴림" charset="-127"/>
              </a:rPr>
              <a:t>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</a:t>
            </a:r>
            <a:r>
              <a:rPr lang="ko-KR" altLang="en-US">
                <a:latin typeface="굴림" charset="-127"/>
                <a:ea typeface="굴림" charset="-127"/>
              </a:rPr>
              <a:t>일본어 </a:t>
            </a:r>
            <a:r>
              <a:rPr lang="en-US" altLang="ko-KR">
                <a:latin typeface="굴림" charset="-127"/>
                <a:ea typeface="굴림" charset="-127"/>
              </a:rPr>
              <a:t>Windows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Review 1) CPU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Pentium 4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2) Memory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256M RAM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3) Hard Disk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40GB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4) OS </a:t>
            </a:r>
            <a:r>
              <a:rPr lang="en-US" altLang="ko-KR">
                <a:latin typeface="Times New Roman" pitchFamily="18" charset="0"/>
                <a:ea typeface="굴림" charset="-127"/>
              </a:rPr>
              <a:t>–</a:t>
            </a:r>
            <a:r>
              <a:rPr lang="en-US" altLang="ko-KR">
                <a:latin typeface="굴림" charset="-127"/>
                <a:ea typeface="굴림" charset="-127"/>
              </a:rPr>
              <a:t> Window 2000</a:t>
            </a:r>
          </a:p>
          <a:p>
            <a:pPr eaLnBrk="1" hangingPunct="1"/>
            <a:r>
              <a:rPr lang="en-US" altLang="ko-KR">
                <a:latin typeface="굴림" charset="-127"/>
                <a:ea typeface="굴림" charset="-127"/>
              </a:rPr>
              <a:t>           </a:t>
            </a:r>
          </a:p>
          <a:p>
            <a:pPr eaLnBrk="1" hangingPunct="1"/>
            <a:endParaRPr lang="en-US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06805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62587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18370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74153" indent="-227891" defTabSz="921061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fld id="{CF3C3377-735A-41F6-B22B-208EB6D4419A}" type="slidenum">
              <a:rPr lang="en-US" altLang="ko-KR" b="0" smtClean="0">
                <a:solidFill>
                  <a:prstClr val="black"/>
                </a:solidFill>
                <a:latin typeface="굴림" charset="-127"/>
                <a:ea typeface="굴림" charset="-127"/>
              </a:rPr>
              <a:pPr eaLnBrk="1" hangingPunct="1"/>
              <a:t>13</a:t>
            </a:fld>
            <a:endParaRPr lang="en-US" altLang="ko-KR" b="0">
              <a:solidFill>
                <a:prstClr val="black"/>
              </a:solidFill>
              <a:latin typeface="굴림" charset="-127"/>
              <a:ea typeface="굴림" charset="-127"/>
            </a:endParaRPr>
          </a:p>
        </p:txBody>
      </p:sp>
      <p:sp>
        <p:nvSpPr>
          <p:cNvPr id="6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6438" y="741363"/>
            <a:ext cx="5341937" cy="3698875"/>
          </a:xfrm>
          <a:ln/>
        </p:spPr>
      </p:sp>
      <p:sp>
        <p:nvSpPr>
          <p:cNvPr id="6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>
              <a:latin typeface="굴림" charset="-127"/>
              <a:ea typeface="굴림" charset="-127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06805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62587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18370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74153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/>
            <a:fld id="{CC6B6E65-CE56-4C35-8D43-4F10D860D656}" type="slidenum">
              <a:rPr lang="en-US" altLang="ko-KR" b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</a:rPr>
              <a:pPr eaLnBrk="1" hangingPunct="1"/>
              <a:t>20</a:t>
            </a:fld>
            <a:endParaRPr lang="en-US" altLang="ko-KR" b="0">
              <a:solidFill>
                <a:schemeClr val="tx1"/>
              </a:solidFill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99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4850" y="739775"/>
            <a:ext cx="5345113" cy="3700463"/>
          </a:xfrm>
          <a:ln/>
        </p:spPr>
      </p:sp>
      <p:sp>
        <p:nvSpPr>
          <p:cNvPr id="99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/>
              <a:t>L</a:t>
            </a:r>
            <a:r>
              <a:rPr lang="ko-KR" altLang="en-US"/>
              <a:t>사 </a:t>
            </a:r>
            <a:r>
              <a:rPr lang="en-US" altLang="ko-KR"/>
              <a:t>1)OS-WINDOW 2000 Pro</a:t>
            </a:r>
          </a:p>
          <a:p>
            <a:pPr eaLnBrk="1" hangingPunct="1"/>
            <a:r>
              <a:rPr lang="en-US" altLang="ko-KR"/>
              <a:t>      2)CPU-P4 2.4 GHz</a:t>
            </a:r>
          </a:p>
          <a:p>
            <a:pPr eaLnBrk="1" hangingPunct="1"/>
            <a:r>
              <a:rPr lang="en-US" altLang="ko-KR"/>
              <a:t>      3)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512 MB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4)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40GB </a:t>
            </a:r>
            <a:r>
              <a:rPr lang="ko-KR" altLang="en-US"/>
              <a:t>이상</a:t>
            </a:r>
          </a:p>
          <a:p>
            <a:pPr eaLnBrk="1" hangingPunct="1"/>
            <a:r>
              <a:rPr lang="en-US" altLang="ko-KR"/>
              <a:t>V</a:t>
            </a:r>
            <a:r>
              <a:rPr lang="ko-KR" altLang="en-US"/>
              <a:t>사 </a:t>
            </a:r>
            <a:r>
              <a:rPr lang="en-US" altLang="ko-KR"/>
              <a:t>1) CPU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Pentium 3 1GHz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2)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256MB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3)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30GB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4) OS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</a:t>
            </a:r>
            <a:r>
              <a:rPr lang="ko-KR" altLang="en-US"/>
              <a:t>일본어 </a:t>
            </a:r>
            <a:r>
              <a:rPr lang="en-US" altLang="ko-KR"/>
              <a:t>Windows 2000</a:t>
            </a:r>
          </a:p>
          <a:p>
            <a:pPr eaLnBrk="1" hangingPunct="1"/>
            <a:r>
              <a:rPr lang="en-US" altLang="ko-KR"/>
              <a:t>Review 1) CPU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Pentium 4</a:t>
            </a:r>
          </a:p>
          <a:p>
            <a:pPr eaLnBrk="1" hangingPunct="1"/>
            <a:r>
              <a:rPr lang="en-US" altLang="ko-KR"/>
              <a:t>           2)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256M RAM</a:t>
            </a:r>
          </a:p>
          <a:p>
            <a:pPr eaLnBrk="1" hangingPunct="1"/>
            <a:r>
              <a:rPr lang="en-US" altLang="ko-KR"/>
              <a:t>           3)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40GB</a:t>
            </a:r>
          </a:p>
          <a:p>
            <a:pPr eaLnBrk="1" hangingPunct="1"/>
            <a:r>
              <a:rPr lang="en-US" altLang="ko-KR"/>
              <a:t>           4) OS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Window 2000</a:t>
            </a:r>
          </a:p>
          <a:p>
            <a:pPr eaLnBrk="1" hangingPunct="1"/>
            <a:r>
              <a:rPr lang="en-US" altLang="ko-KR"/>
              <a:t>           </a:t>
            </a:r>
          </a:p>
          <a:p>
            <a:pPr eaLnBrk="1" hangingPunct="1"/>
            <a:endParaRPr lang="en-US" altLang="ko-KR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06805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62587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18370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74153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/>
            <a:fld id="{CC6B6E65-CE56-4C35-8D43-4F10D860D656}" type="slidenum">
              <a:rPr lang="en-US" altLang="ko-KR" b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</a:rPr>
              <a:pPr eaLnBrk="1" hangingPunct="1"/>
              <a:t>21</a:t>
            </a:fld>
            <a:endParaRPr lang="en-US" altLang="ko-KR" b="0">
              <a:solidFill>
                <a:schemeClr val="tx1"/>
              </a:solidFill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99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4850" y="739775"/>
            <a:ext cx="5345113" cy="3700463"/>
          </a:xfrm>
          <a:ln/>
        </p:spPr>
      </p:sp>
      <p:sp>
        <p:nvSpPr>
          <p:cNvPr id="99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/>
              <a:t>L</a:t>
            </a:r>
            <a:r>
              <a:rPr lang="ko-KR" altLang="en-US"/>
              <a:t>사 </a:t>
            </a:r>
            <a:r>
              <a:rPr lang="en-US" altLang="ko-KR"/>
              <a:t>1)OS-WINDOW 2000 Pro</a:t>
            </a:r>
          </a:p>
          <a:p>
            <a:pPr eaLnBrk="1" hangingPunct="1"/>
            <a:r>
              <a:rPr lang="en-US" altLang="ko-KR"/>
              <a:t>      2)CPU-P4 2.4 GHz</a:t>
            </a:r>
          </a:p>
          <a:p>
            <a:pPr eaLnBrk="1" hangingPunct="1"/>
            <a:r>
              <a:rPr lang="en-US" altLang="ko-KR"/>
              <a:t>      3)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512 MB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4)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40GB </a:t>
            </a:r>
            <a:r>
              <a:rPr lang="ko-KR" altLang="en-US"/>
              <a:t>이상</a:t>
            </a:r>
          </a:p>
          <a:p>
            <a:pPr eaLnBrk="1" hangingPunct="1"/>
            <a:r>
              <a:rPr lang="en-US" altLang="ko-KR"/>
              <a:t>V</a:t>
            </a:r>
            <a:r>
              <a:rPr lang="ko-KR" altLang="en-US"/>
              <a:t>사 </a:t>
            </a:r>
            <a:r>
              <a:rPr lang="en-US" altLang="ko-KR"/>
              <a:t>1) CPU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Pentium 3 1GHz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2)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256MB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3)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30GB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4) OS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</a:t>
            </a:r>
            <a:r>
              <a:rPr lang="ko-KR" altLang="en-US"/>
              <a:t>일본어 </a:t>
            </a:r>
            <a:r>
              <a:rPr lang="en-US" altLang="ko-KR"/>
              <a:t>Windows 2000</a:t>
            </a:r>
          </a:p>
          <a:p>
            <a:pPr eaLnBrk="1" hangingPunct="1"/>
            <a:r>
              <a:rPr lang="en-US" altLang="ko-KR"/>
              <a:t>Review 1) CPU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Pentium 4</a:t>
            </a:r>
          </a:p>
          <a:p>
            <a:pPr eaLnBrk="1" hangingPunct="1"/>
            <a:r>
              <a:rPr lang="en-US" altLang="ko-KR"/>
              <a:t>           2)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256M RAM</a:t>
            </a:r>
          </a:p>
          <a:p>
            <a:pPr eaLnBrk="1" hangingPunct="1"/>
            <a:r>
              <a:rPr lang="en-US" altLang="ko-KR"/>
              <a:t>           3)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40GB</a:t>
            </a:r>
          </a:p>
          <a:p>
            <a:pPr eaLnBrk="1" hangingPunct="1"/>
            <a:r>
              <a:rPr lang="en-US" altLang="ko-KR"/>
              <a:t>           4) OS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Window 2000</a:t>
            </a:r>
          </a:p>
          <a:p>
            <a:pPr eaLnBrk="1" hangingPunct="1"/>
            <a:r>
              <a:rPr lang="en-US" altLang="ko-KR"/>
              <a:t>           </a:t>
            </a:r>
          </a:p>
          <a:p>
            <a:pPr eaLnBrk="1" hangingPunct="1"/>
            <a:endParaRPr lang="en-US" altLang="ko-KR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0647" indent="-284864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39457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595239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1022" indent="-227891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06805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62587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18370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74153" indent="-227891" algn="ctr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/>
            <a:fld id="{CC6B6E65-CE56-4C35-8D43-4F10D860D656}" type="slidenum">
              <a:rPr lang="en-US" altLang="ko-KR" b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</a:rPr>
              <a:pPr eaLnBrk="1" hangingPunct="1"/>
              <a:t>22</a:t>
            </a:fld>
            <a:endParaRPr lang="en-US" altLang="ko-KR" b="0">
              <a:solidFill>
                <a:schemeClr val="tx1"/>
              </a:solidFill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99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4850" y="739775"/>
            <a:ext cx="5345113" cy="3700463"/>
          </a:xfrm>
          <a:ln/>
        </p:spPr>
      </p:sp>
      <p:sp>
        <p:nvSpPr>
          <p:cNvPr id="99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/>
              <a:t>L</a:t>
            </a:r>
            <a:r>
              <a:rPr lang="ko-KR" altLang="en-US"/>
              <a:t>사 </a:t>
            </a:r>
            <a:r>
              <a:rPr lang="en-US" altLang="ko-KR"/>
              <a:t>1)OS-WINDOW 2000 Pro</a:t>
            </a:r>
          </a:p>
          <a:p>
            <a:pPr eaLnBrk="1" hangingPunct="1"/>
            <a:r>
              <a:rPr lang="en-US" altLang="ko-KR"/>
              <a:t>      2)CPU-P4 2.4 GHz</a:t>
            </a:r>
          </a:p>
          <a:p>
            <a:pPr eaLnBrk="1" hangingPunct="1"/>
            <a:r>
              <a:rPr lang="en-US" altLang="ko-KR"/>
              <a:t>      3)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512 MB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4)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40GB </a:t>
            </a:r>
            <a:r>
              <a:rPr lang="ko-KR" altLang="en-US"/>
              <a:t>이상</a:t>
            </a:r>
          </a:p>
          <a:p>
            <a:pPr eaLnBrk="1" hangingPunct="1"/>
            <a:r>
              <a:rPr lang="en-US" altLang="ko-KR"/>
              <a:t>V</a:t>
            </a:r>
            <a:r>
              <a:rPr lang="ko-KR" altLang="en-US"/>
              <a:t>사 </a:t>
            </a:r>
            <a:r>
              <a:rPr lang="en-US" altLang="ko-KR"/>
              <a:t>1) CPU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Pentium 3 1GHz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2)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256MB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3)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30GB </a:t>
            </a:r>
            <a:r>
              <a:rPr lang="ko-KR" altLang="en-US"/>
              <a:t>이상</a:t>
            </a:r>
          </a:p>
          <a:p>
            <a:pPr eaLnBrk="1" hangingPunct="1"/>
            <a:r>
              <a:rPr lang="ko-KR" altLang="en-US"/>
              <a:t>      </a:t>
            </a:r>
            <a:r>
              <a:rPr lang="en-US" altLang="ko-KR"/>
              <a:t>4) OS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</a:t>
            </a:r>
            <a:r>
              <a:rPr lang="ko-KR" altLang="en-US"/>
              <a:t>일본어 </a:t>
            </a:r>
            <a:r>
              <a:rPr lang="en-US" altLang="ko-KR"/>
              <a:t>Windows 2000</a:t>
            </a:r>
          </a:p>
          <a:p>
            <a:pPr eaLnBrk="1" hangingPunct="1"/>
            <a:r>
              <a:rPr lang="en-US" altLang="ko-KR"/>
              <a:t>Review 1) CPU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Pentium 4</a:t>
            </a:r>
          </a:p>
          <a:p>
            <a:pPr eaLnBrk="1" hangingPunct="1"/>
            <a:r>
              <a:rPr lang="en-US" altLang="ko-KR"/>
              <a:t>           2) Memory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256M RAM</a:t>
            </a:r>
          </a:p>
          <a:p>
            <a:pPr eaLnBrk="1" hangingPunct="1"/>
            <a:r>
              <a:rPr lang="en-US" altLang="ko-KR"/>
              <a:t>           3) Hard Disk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40GB</a:t>
            </a:r>
          </a:p>
          <a:p>
            <a:pPr eaLnBrk="1" hangingPunct="1"/>
            <a:r>
              <a:rPr lang="en-US" altLang="ko-KR"/>
              <a:t>           4) OS </a:t>
            </a:r>
            <a:r>
              <a:rPr lang="en-US" altLang="ko-KR">
                <a:latin typeface="Times New Roman" pitchFamily="18" charset="0"/>
              </a:rPr>
              <a:t>–</a:t>
            </a:r>
            <a:r>
              <a:rPr lang="en-US" altLang="ko-KR"/>
              <a:t> Window 2000</a:t>
            </a:r>
          </a:p>
          <a:p>
            <a:pPr eaLnBrk="1" hangingPunct="1"/>
            <a:r>
              <a:rPr lang="en-US" altLang="ko-KR"/>
              <a:t>           </a:t>
            </a:r>
          </a:p>
          <a:p>
            <a:pPr eaLnBrk="1" hangingPunct="1"/>
            <a:endParaRPr lang="en-US" altLang="ko-KR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0647" indent="-284864" algn="l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39457" indent="-227891" algn="l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595239" indent="-227891" algn="l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1022" indent="-227891" algn="l" defTabSz="921061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06805" indent="-227891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62587" indent="-227891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18370" indent="-227891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74153" indent="-227891" defTabSz="921061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/>
            <a:fld id="{2B3C6519-9E0D-445B-83AE-613C90112838}" type="slidenum">
              <a:rPr lang="en-US" altLang="ko-KR" b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</a:rPr>
              <a:pPr algn="r" eaLnBrk="1" hangingPunct="1"/>
              <a:t>34</a:t>
            </a:fld>
            <a:endParaRPr lang="en-US" altLang="ko-KR" b="0">
              <a:solidFill>
                <a:schemeClr val="tx1"/>
              </a:solidFill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96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08025" y="741363"/>
            <a:ext cx="5341938" cy="3698875"/>
          </a:xfrm>
          <a:ln/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2663825" cy="687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3" descr="main-0418텍스트-사내용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01"/>
          <a:stretch>
            <a:fillRect/>
          </a:stretch>
        </p:blipFill>
        <p:spPr bwMode="auto">
          <a:xfrm>
            <a:off x="3028950" y="1412875"/>
            <a:ext cx="63563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 Box 19"/>
          <p:cNvSpPr txBox="1">
            <a:spLocks noChangeArrowheads="1"/>
          </p:cNvSpPr>
          <p:nvPr userDrawn="1"/>
        </p:nvSpPr>
        <p:spPr bwMode="auto">
          <a:xfrm>
            <a:off x="-33338" y="6569075"/>
            <a:ext cx="2720976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0800" rIns="18000" bIns="10800" anchor="ctr" anchorCtr="1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eaLnBrk="1" hangingPunct="1">
              <a:defRPr/>
            </a:pPr>
            <a:r>
              <a:rPr lang="en-US" altLang="ko-KR" sz="1000" b="1">
                <a:solidFill>
                  <a:srgbClr val="333333"/>
                </a:solidFill>
                <a:latin typeface="Arial" charset="0"/>
              </a:rPr>
              <a:t>CONFIDENTIAL ⓒ</a:t>
            </a:r>
            <a:r>
              <a:rPr lang="en-US" altLang="ko-KR" sz="1000" b="1">
                <a:solidFill>
                  <a:srgbClr val="333333"/>
                </a:solidFill>
                <a:latin typeface="Arial" charset="0"/>
                <a:ea typeface="돋움" pitchFamily="50" charset="-127"/>
              </a:rPr>
              <a:t> LG Display Co., Ltd. 2017</a:t>
            </a:r>
            <a:endParaRPr lang="en-US" altLang="ko-KR" sz="1000"/>
          </a:p>
        </p:txBody>
      </p:sp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2852228" y="836612"/>
            <a:ext cx="6709285" cy="720179"/>
          </a:xfrm>
        </p:spPr>
        <p:txBody>
          <a:bodyPr rtlCol="0">
            <a:normAutofit/>
          </a:bodyPr>
          <a:lstStyle>
            <a:lvl1pPr algn="ctr">
              <a:defRPr kumimoji="1" lang="ko-KR" altLang="en-US" sz="3200">
                <a:solidFill>
                  <a:srgbClr val="A20A35"/>
                </a:solidFill>
              </a:defRPr>
            </a:lvl1pPr>
          </a:lstStyle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1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4226543" y="4005064"/>
            <a:ext cx="3960654" cy="43180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400" b="1">
                <a:solidFill>
                  <a:schemeClr val="bg1">
                    <a:lumMod val="50000"/>
                  </a:schemeClr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12" name="텍스트 개체 틀 9"/>
          <p:cNvSpPr>
            <a:spLocks noGrp="1"/>
          </p:cNvSpPr>
          <p:nvPr>
            <p:ph type="body" sz="quarter" idx="14"/>
          </p:nvPr>
        </p:nvSpPr>
        <p:spPr>
          <a:xfrm>
            <a:off x="3800043" y="5733256"/>
            <a:ext cx="4813654" cy="72008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1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0" indent="0" algn="ctr">
              <a:buFontTx/>
              <a:buNone/>
              <a:defRPr sz="1600" b="1">
                <a:latin typeface="Arial" pitchFamily="34" charset="0"/>
                <a:ea typeface="돋움" pitchFamily="50" charset="-127"/>
                <a:cs typeface="Arial" pitchFamily="34" charset="0"/>
              </a:defRPr>
            </a:lvl2pPr>
            <a:lvl3pPr>
              <a:defRPr sz="1600">
                <a:latin typeface="Arial" pitchFamily="34" charset="0"/>
                <a:ea typeface="돋움" pitchFamily="50" charset="-127"/>
                <a:cs typeface="Arial" pitchFamily="34" charset="0"/>
              </a:defRPr>
            </a:lvl3pPr>
            <a:lvl4pPr>
              <a:defRPr sz="1600">
                <a:latin typeface="Arial" pitchFamily="34" charset="0"/>
                <a:ea typeface="돋움" pitchFamily="50" charset="-127"/>
                <a:cs typeface="Arial" pitchFamily="34" charset="0"/>
              </a:defRPr>
            </a:lvl4pPr>
            <a:lvl5pPr>
              <a:defRPr sz="1600">
                <a:latin typeface="Arial" pitchFamily="34" charset="0"/>
                <a:ea typeface="돋움" pitchFamily="50" charset="-127"/>
                <a:cs typeface="Arial" pitchFamily="34" charset="0"/>
              </a:defRPr>
            </a:lvl5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</p:txBody>
      </p:sp>
      <p:sp>
        <p:nvSpPr>
          <p:cNvPr id="14" name="텍스트 개체 틀 13"/>
          <p:cNvSpPr>
            <a:spLocks noGrp="1"/>
          </p:cNvSpPr>
          <p:nvPr>
            <p:ph type="body" sz="quarter" idx="15"/>
          </p:nvPr>
        </p:nvSpPr>
        <p:spPr>
          <a:xfrm>
            <a:off x="3977738" y="2133600"/>
            <a:ext cx="4458264" cy="1727200"/>
          </a:xfrm>
          <a:prstGeom prst="rect">
            <a:avLst/>
          </a:prstGeom>
        </p:spPr>
        <p:txBody>
          <a:bodyPr rtlCol="0">
            <a:normAutofit/>
          </a:bodyPr>
          <a:lstStyle>
            <a:lvl1pPr marL="342900" indent="-342900" algn="l">
              <a:lnSpc>
                <a:spcPct val="150000"/>
              </a:lnSpc>
              <a:buFont typeface="+mj-lt"/>
              <a:buAutoNum type="arabicPeriod"/>
              <a:defRPr kumimoji="1" lang="ko-KR" altLang="en-US" sz="1800" b="1" smtClean="0"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355600" indent="-177800" algn="ctr">
              <a:defRPr lang="ko-KR" altLang="en-US" smtClean="0"/>
            </a:lvl2pPr>
            <a:lvl3pPr>
              <a:defRPr lang="ko-KR" altLang="en-US" smtClean="0"/>
            </a:lvl3pPr>
            <a:lvl4pPr>
              <a:defRPr lang="ko-KR" altLang="en-US" smtClean="0"/>
            </a:lvl4pPr>
            <a:lvl5pPr>
              <a:defRPr lang="ko-KR" altLang="en-US"/>
            </a:lvl5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106341660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8" name="텍스트 개체 틀 7"/>
          <p:cNvSpPr>
            <a:spLocks noGrp="1"/>
          </p:cNvSpPr>
          <p:nvPr>
            <p:ph type="body" sz="quarter" idx="13"/>
          </p:nvPr>
        </p:nvSpPr>
        <p:spPr>
          <a:xfrm>
            <a:off x="342000" y="836613"/>
            <a:ext cx="9216000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  <p:sp>
        <p:nvSpPr>
          <p:cNvPr id="11" name="텍스트 개체 틀 1"/>
          <p:cNvSpPr>
            <a:spLocks noGrp="1"/>
          </p:cNvSpPr>
          <p:nvPr>
            <p:ph idx="1"/>
          </p:nvPr>
        </p:nvSpPr>
        <p:spPr>
          <a:xfrm>
            <a:off x="342000" y="1844824"/>
            <a:ext cx="9216000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9319994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20" name="텍스트 개체 틀 7"/>
          <p:cNvSpPr>
            <a:spLocks noGrp="1"/>
          </p:cNvSpPr>
          <p:nvPr>
            <p:ph type="body" sz="quarter" idx="13"/>
          </p:nvPr>
        </p:nvSpPr>
        <p:spPr>
          <a:xfrm>
            <a:off x="342000" y="836613"/>
            <a:ext cx="9216000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  <p:sp>
        <p:nvSpPr>
          <p:cNvPr id="23" name="텍스트 개체 틀 1"/>
          <p:cNvSpPr>
            <a:spLocks noGrp="1"/>
          </p:cNvSpPr>
          <p:nvPr>
            <p:ph idx="1"/>
          </p:nvPr>
        </p:nvSpPr>
        <p:spPr>
          <a:xfrm>
            <a:off x="342000" y="1844824"/>
            <a:ext cx="4538992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26" name="텍스트 개체 틀 1"/>
          <p:cNvSpPr>
            <a:spLocks noGrp="1"/>
          </p:cNvSpPr>
          <p:nvPr>
            <p:ph idx="14"/>
          </p:nvPr>
        </p:nvSpPr>
        <p:spPr>
          <a:xfrm>
            <a:off x="5025008" y="1844824"/>
            <a:ext cx="4532992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7348048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14" name="텍스트 개체 틀 7"/>
          <p:cNvSpPr>
            <a:spLocks noGrp="1"/>
          </p:cNvSpPr>
          <p:nvPr>
            <p:ph type="body" sz="quarter" idx="13"/>
          </p:nvPr>
        </p:nvSpPr>
        <p:spPr>
          <a:xfrm>
            <a:off x="342000" y="836613"/>
            <a:ext cx="4536000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  <p:sp>
        <p:nvSpPr>
          <p:cNvPr id="18" name="텍스트 개체 틀 1"/>
          <p:cNvSpPr>
            <a:spLocks noGrp="1"/>
          </p:cNvSpPr>
          <p:nvPr>
            <p:ph idx="1"/>
          </p:nvPr>
        </p:nvSpPr>
        <p:spPr>
          <a:xfrm>
            <a:off x="342000" y="1844824"/>
            <a:ext cx="4536000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20" name="텍스트 개체 틀 1"/>
          <p:cNvSpPr>
            <a:spLocks noGrp="1"/>
          </p:cNvSpPr>
          <p:nvPr>
            <p:ph idx="14"/>
          </p:nvPr>
        </p:nvSpPr>
        <p:spPr>
          <a:xfrm>
            <a:off x="5025008" y="1844824"/>
            <a:ext cx="4536000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21" name="텍스트 개체 틀 7"/>
          <p:cNvSpPr>
            <a:spLocks noGrp="1"/>
          </p:cNvSpPr>
          <p:nvPr>
            <p:ph type="body" sz="quarter" idx="15"/>
          </p:nvPr>
        </p:nvSpPr>
        <p:spPr>
          <a:xfrm>
            <a:off x="5025008" y="836712"/>
            <a:ext cx="4536504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055519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24138107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3603038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25413" y="119063"/>
            <a:ext cx="7348537" cy="4318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41313" y="1844675"/>
            <a:ext cx="9217025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141968869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8900" y="88900"/>
            <a:ext cx="2912977" cy="400110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7589900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5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495300" y="6245225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384550" y="6245225"/>
            <a:ext cx="31369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fld id="{6828BA27-D652-498F-87F4-483606E94F10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8127255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495300" y="274638"/>
            <a:ext cx="8915400" cy="5851525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495300" y="6245225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384550" y="6245225"/>
            <a:ext cx="31369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fld id="{909E81A3-06C3-4B49-BC90-A87E0C78BD5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894369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2663825" cy="687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3" descr="main-0418텍스트-사내용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01"/>
          <a:stretch>
            <a:fillRect/>
          </a:stretch>
        </p:blipFill>
        <p:spPr bwMode="auto">
          <a:xfrm>
            <a:off x="3028950" y="1412875"/>
            <a:ext cx="63563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 Box 19"/>
          <p:cNvSpPr txBox="1">
            <a:spLocks noChangeArrowheads="1"/>
          </p:cNvSpPr>
          <p:nvPr userDrawn="1"/>
        </p:nvSpPr>
        <p:spPr bwMode="auto">
          <a:xfrm>
            <a:off x="-33338" y="6569075"/>
            <a:ext cx="2720976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0800" rIns="18000" bIns="10800" anchor="ctr" anchorCtr="1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eaLnBrk="1" hangingPunct="1">
              <a:defRPr/>
            </a:pPr>
            <a:r>
              <a:rPr lang="en-US" altLang="ko-KR" sz="1000" b="1">
                <a:solidFill>
                  <a:srgbClr val="333333"/>
                </a:solidFill>
                <a:latin typeface="Arial" charset="0"/>
              </a:rPr>
              <a:t>CONFIDENTIAL ⓒ</a:t>
            </a:r>
            <a:r>
              <a:rPr lang="en-US" altLang="ko-KR" sz="1000" b="1">
                <a:solidFill>
                  <a:srgbClr val="333333"/>
                </a:solidFill>
                <a:latin typeface="Arial" charset="0"/>
                <a:ea typeface="돋움" pitchFamily="50" charset="-127"/>
              </a:rPr>
              <a:t> LG Display Co., Ltd. 2017</a:t>
            </a:r>
            <a:endParaRPr lang="en-US" altLang="ko-KR" sz="1000">
              <a:solidFill>
                <a:srgbClr val="231F20"/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2852228" y="836612"/>
            <a:ext cx="6709285" cy="720179"/>
          </a:xfrm>
        </p:spPr>
        <p:txBody>
          <a:bodyPr rtlCol="0">
            <a:normAutofit/>
          </a:bodyPr>
          <a:lstStyle>
            <a:lvl1pPr algn="ctr">
              <a:defRPr kumimoji="1" lang="ko-KR" altLang="en-US" sz="3200">
                <a:solidFill>
                  <a:srgbClr val="A20A35"/>
                </a:solidFill>
              </a:defRPr>
            </a:lvl1pPr>
          </a:lstStyle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1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4226543" y="4005064"/>
            <a:ext cx="3960654" cy="43180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400" b="1">
                <a:solidFill>
                  <a:schemeClr val="bg1">
                    <a:lumMod val="50000"/>
                  </a:schemeClr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12" name="텍스트 개체 틀 9"/>
          <p:cNvSpPr>
            <a:spLocks noGrp="1"/>
          </p:cNvSpPr>
          <p:nvPr>
            <p:ph type="body" sz="quarter" idx="14"/>
          </p:nvPr>
        </p:nvSpPr>
        <p:spPr>
          <a:xfrm>
            <a:off x="3800043" y="5733256"/>
            <a:ext cx="4813654" cy="72008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1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0" indent="0" algn="ctr">
              <a:buFontTx/>
              <a:buNone/>
              <a:defRPr sz="1600" b="1">
                <a:latin typeface="Arial" pitchFamily="34" charset="0"/>
                <a:ea typeface="돋움" pitchFamily="50" charset="-127"/>
                <a:cs typeface="Arial" pitchFamily="34" charset="0"/>
              </a:defRPr>
            </a:lvl2pPr>
            <a:lvl3pPr>
              <a:defRPr sz="1600">
                <a:latin typeface="Arial" pitchFamily="34" charset="0"/>
                <a:ea typeface="돋움" pitchFamily="50" charset="-127"/>
                <a:cs typeface="Arial" pitchFamily="34" charset="0"/>
              </a:defRPr>
            </a:lvl3pPr>
            <a:lvl4pPr>
              <a:defRPr sz="1600">
                <a:latin typeface="Arial" pitchFamily="34" charset="0"/>
                <a:ea typeface="돋움" pitchFamily="50" charset="-127"/>
                <a:cs typeface="Arial" pitchFamily="34" charset="0"/>
              </a:defRPr>
            </a:lvl4pPr>
            <a:lvl5pPr>
              <a:defRPr sz="1600">
                <a:latin typeface="Arial" pitchFamily="34" charset="0"/>
                <a:ea typeface="돋움" pitchFamily="50" charset="-127"/>
                <a:cs typeface="Arial" pitchFamily="34" charset="0"/>
              </a:defRPr>
            </a:lvl5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</p:txBody>
      </p:sp>
      <p:sp>
        <p:nvSpPr>
          <p:cNvPr id="14" name="텍스트 개체 틀 13"/>
          <p:cNvSpPr>
            <a:spLocks noGrp="1"/>
          </p:cNvSpPr>
          <p:nvPr>
            <p:ph type="body" sz="quarter" idx="15"/>
          </p:nvPr>
        </p:nvSpPr>
        <p:spPr>
          <a:xfrm>
            <a:off x="3977738" y="2133600"/>
            <a:ext cx="4458264" cy="1727200"/>
          </a:xfrm>
          <a:prstGeom prst="rect">
            <a:avLst/>
          </a:prstGeom>
        </p:spPr>
        <p:txBody>
          <a:bodyPr rtlCol="0">
            <a:normAutofit/>
          </a:bodyPr>
          <a:lstStyle>
            <a:lvl1pPr marL="342900" indent="-342900" algn="l">
              <a:lnSpc>
                <a:spcPct val="150000"/>
              </a:lnSpc>
              <a:buFont typeface="+mj-lt"/>
              <a:buAutoNum type="arabicPeriod"/>
              <a:defRPr kumimoji="1" lang="ko-KR" altLang="en-US" sz="1800" b="1" smtClean="0"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marL="355600" indent="-177800" algn="ctr">
              <a:defRPr lang="ko-KR" altLang="en-US" smtClean="0"/>
            </a:lvl2pPr>
            <a:lvl3pPr>
              <a:defRPr lang="ko-KR" altLang="en-US" smtClean="0"/>
            </a:lvl3pPr>
            <a:lvl4pPr>
              <a:defRPr lang="ko-KR" altLang="en-US" smtClean="0"/>
            </a:lvl4pPr>
            <a:lvl5pPr>
              <a:defRPr lang="ko-KR" altLang="en-US"/>
            </a:lvl5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153044341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8" name="텍스트 개체 틀 7"/>
          <p:cNvSpPr>
            <a:spLocks noGrp="1"/>
          </p:cNvSpPr>
          <p:nvPr>
            <p:ph type="body" sz="quarter" idx="13"/>
          </p:nvPr>
        </p:nvSpPr>
        <p:spPr>
          <a:xfrm>
            <a:off x="342000" y="836613"/>
            <a:ext cx="9216000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  <p:sp>
        <p:nvSpPr>
          <p:cNvPr id="11" name="텍스트 개체 틀 1"/>
          <p:cNvSpPr>
            <a:spLocks noGrp="1"/>
          </p:cNvSpPr>
          <p:nvPr>
            <p:ph idx="1"/>
          </p:nvPr>
        </p:nvSpPr>
        <p:spPr>
          <a:xfrm>
            <a:off x="342000" y="1844824"/>
            <a:ext cx="9216000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92940688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20" name="텍스트 개체 틀 7"/>
          <p:cNvSpPr>
            <a:spLocks noGrp="1"/>
          </p:cNvSpPr>
          <p:nvPr>
            <p:ph type="body" sz="quarter" idx="13"/>
          </p:nvPr>
        </p:nvSpPr>
        <p:spPr>
          <a:xfrm>
            <a:off x="342000" y="836613"/>
            <a:ext cx="9216000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  <p:sp>
        <p:nvSpPr>
          <p:cNvPr id="23" name="텍스트 개체 틀 1"/>
          <p:cNvSpPr>
            <a:spLocks noGrp="1"/>
          </p:cNvSpPr>
          <p:nvPr>
            <p:ph idx="1"/>
          </p:nvPr>
        </p:nvSpPr>
        <p:spPr>
          <a:xfrm>
            <a:off x="342000" y="1844824"/>
            <a:ext cx="4538992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26" name="텍스트 개체 틀 1"/>
          <p:cNvSpPr>
            <a:spLocks noGrp="1"/>
          </p:cNvSpPr>
          <p:nvPr>
            <p:ph idx="14"/>
          </p:nvPr>
        </p:nvSpPr>
        <p:spPr>
          <a:xfrm>
            <a:off x="5025008" y="1844824"/>
            <a:ext cx="4532992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2096723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14" name="텍스트 개체 틀 7"/>
          <p:cNvSpPr>
            <a:spLocks noGrp="1"/>
          </p:cNvSpPr>
          <p:nvPr>
            <p:ph type="body" sz="quarter" idx="13"/>
          </p:nvPr>
        </p:nvSpPr>
        <p:spPr>
          <a:xfrm>
            <a:off x="342000" y="836613"/>
            <a:ext cx="4536000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  <p:sp>
        <p:nvSpPr>
          <p:cNvPr id="18" name="텍스트 개체 틀 1"/>
          <p:cNvSpPr>
            <a:spLocks noGrp="1"/>
          </p:cNvSpPr>
          <p:nvPr>
            <p:ph idx="1"/>
          </p:nvPr>
        </p:nvSpPr>
        <p:spPr>
          <a:xfrm>
            <a:off x="342000" y="1844824"/>
            <a:ext cx="4536000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20" name="텍스트 개체 틀 1"/>
          <p:cNvSpPr>
            <a:spLocks noGrp="1"/>
          </p:cNvSpPr>
          <p:nvPr>
            <p:ph idx="14"/>
          </p:nvPr>
        </p:nvSpPr>
        <p:spPr>
          <a:xfrm>
            <a:off x="5025008" y="1844824"/>
            <a:ext cx="4536000" cy="4525963"/>
          </a:xfrm>
          <a:prstGeom prst="rect">
            <a:avLst/>
          </a:prstGeom>
        </p:spPr>
        <p:txBody>
          <a:bodyPr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21" name="텍스트 개체 틀 7"/>
          <p:cNvSpPr>
            <a:spLocks noGrp="1"/>
          </p:cNvSpPr>
          <p:nvPr>
            <p:ph type="body" sz="quarter" idx="15"/>
          </p:nvPr>
        </p:nvSpPr>
        <p:spPr>
          <a:xfrm>
            <a:off x="5025008" y="836712"/>
            <a:ext cx="4536504" cy="72072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ko-KR" altLang="en-US"/>
              <a:t>마스터 텍스트 스타일을 편집합니다</a:t>
            </a:r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08002832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보고서 템플릿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8817868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3817741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25413" y="119063"/>
            <a:ext cx="7348537" cy="4318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41313" y="1844675"/>
            <a:ext cx="9217025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140248046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8900" y="88900"/>
            <a:ext cx="2912977" cy="400110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1751895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5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495300" y="6245225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endParaRPr lang="en-US" altLang="ko-KR">
              <a:solidFill>
                <a:srgbClr val="231F2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384550" y="6245225"/>
            <a:ext cx="31369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endParaRPr lang="en-US" altLang="ko-KR">
              <a:solidFill>
                <a:srgbClr val="231F2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pPr>
              <a:defRPr/>
            </a:pPr>
            <a:fld id="{78795C88-E2C0-4980-B597-9349508E393A}" type="slidenum">
              <a:rPr lang="en-US" altLang="ko-KR">
                <a:solidFill>
                  <a:srgbClr val="231F20"/>
                </a:solidFill>
              </a:rPr>
              <a:pPr>
                <a:defRPr/>
              </a:pPr>
              <a:t>‹#›</a:t>
            </a:fld>
            <a:endParaRPr lang="en-US" altLang="ko-KR">
              <a:solidFill>
                <a:srgbClr val="231F2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97003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4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3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3.png"/><Relationship Id="rId3" Type="http://schemas.openxmlformats.org/officeDocument/2006/relationships/slideLayout" Target="../slideLayouts/slideLayout13.xml"/><Relationship Id="rId7" Type="http://schemas.openxmlformats.org/officeDocument/2006/relationships/slideLayout" Target="../slideLayouts/slideLayout17.xml"/><Relationship Id="rId12" Type="http://schemas.openxmlformats.org/officeDocument/2006/relationships/image" Target="../media/image2.png"/><Relationship Id="rId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1.xml"/><Relationship Id="rId6" Type="http://schemas.openxmlformats.org/officeDocument/2006/relationships/slideLayout" Target="../slideLayouts/slideLayout16.xml"/><Relationship Id="rId11" Type="http://schemas.openxmlformats.org/officeDocument/2006/relationships/image" Target="../media/image1.jpeg"/><Relationship Id="rId5" Type="http://schemas.openxmlformats.org/officeDocument/2006/relationships/slideLayout" Target="../slideLayouts/slideLayout15.xml"/><Relationship Id="rId15" Type="http://schemas.openxmlformats.org/officeDocument/2006/relationships/image" Target="../media/image5.png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14.xml"/><Relationship Id="rId9" Type="http://schemas.openxmlformats.org/officeDocument/2006/relationships/slideLayout" Target="../slideLayouts/slideLayout19.xml"/><Relationship Id="rId14" Type="http://schemas.openxmlformats.org/officeDocument/2006/relationships/image" Target="../media/image4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6" descr="080407_사내용_본문_2"/>
          <p:cNvPicPr>
            <a:picLocks noChangeAspect="1" noChangeArrowheads="1"/>
          </p:cNvPicPr>
          <p:nvPr/>
        </p:nvPicPr>
        <p:blipFill>
          <a:blip r:embed="rId12">
            <a:lum bright="-34000" contras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208"/>
          <a:stretch>
            <a:fillRect/>
          </a:stretch>
        </p:blipFill>
        <p:spPr bwMode="auto">
          <a:xfrm>
            <a:off x="0" y="-9525"/>
            <a:ext cx="9906000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" name="제목 개체 틀 10"/>
          <p:cNvSpPr>
            <a:spLocks noGrp="1"/>
          </p:cNvSpPr>
          <p:nvPr>
            <p:ph type="title"/>
          </p:nvPr>
        </p:nvSpPr>
        <p:spPr bwMode="auto">
          <a:xfrm>
            <a:off x="57150" y="44450"/>
            <a:ext cx="734853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028" name="텍스트 개체 틀 1"/>
          <p:cNvSpPr>
            <a:spLocks noGrp="1"/>
          </p:cNvSpPr>
          <p:nvPr>
            <p:ph type="body" idx="1"/>
          </p:nvPr>
        </p:nvSpPr>
        <p:spPr bwMode="auto">
          <a:xfrm>
            <a:off x="341313" y="1844675"/>
            <a:ext cx="9217025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grpSp>
        <p:nvGrpSpPr>
          <p:cNvPr id="1029" name="Group 9"/>
          <p:cNvGrpSpPr>
            <a:grpSpLocks/>
          </p:cNvGrpSpPr>
          <p:nvPr/>
        </p:nvGrpSpPr>
        <p:grpSpPr bwMode="auto">
          <a:xfrm>
            <a:off x="9037638" y="0"/>
            <a:ext cx="835025" cy="549275"/>
            <a:chOff x="1835" y="2092"/>
            <a:chExt cx="2268" cy="1701"/>
          </a:xfrm>
        </p:grpSpPr>
        <p:pic>
          <p:nvPicPr>
            <p:cNvPr id="1032" name="Picture 2" descr="C:\Documents and Settings\sec\바탕 화면\1.png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5" y="2092"/>
              <a:ext cx="2268" cy="17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3" name="Picture 59" descr="C:\Documents and Settings\sec\바탕 화면\1.png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0100" b="68900"/>
            <a:stretch>
              <a:fillRect/>
            </a:stretch>
          </p:blipFill>
          <p:spPr bwMode="auto">
            <a:xfrm>
              <a:off x="2422" y="2471"/>
              <a:ext cx="1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" name="Picture 5" descr="C:\Documents and Settings\sec\바탕 화면\2.png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3149" b="11151"/>
            <a:stretch>
              <a:fillRect/>
            </a:stretch>
          </p:blipFill>
          <p:spPr bwMode="auto">
            <a:xfrm>
              <a:off x="1878" y="2665"/>
              <a:ext cx="2114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0" name="Text Box 19"/>
          <p:cNvSpPr txBox="1">
            <a:spLocks noChangeArrowheads="1"/>
          </p:cNvSpPr>
          <p:nvPr/>
        </p:nvSpPr>
        <p:spPr bwMode="auto">
          <a:xfrm>
            <a:off x="55563" y="6680200"/>
            <a:ext cx="23463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1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eaLnBrk="1" hangingPunct="1">
              <a:defRPr/>
            </a:pPr>
            <a:r>
              <a:rPr lang="en-US" altLang="ko-KR" sz="900">
                <a:solidFill>
                  <a:srgbClr val="333333"/>
                </a:solidFill>
                <a:latin typeface="Arial" charset="0"/>
              </a:rPr>
              <a:t>CONFIDENTIAL ⓒ</a:t>
            </a:r>
            <a:r>
              <a:rPr lang="en-US" altLang="ko-KR" sz="900">
                <a:solidFill>
                  <a:srgbClr val="333333"/>
                </a:solidFill>
                <a:latin typeface="Arial" charset="0"/>
                <a:ea typeface="돋움" pitchFamily="50" charset="-127"/>
              </a:rPr>
              <a:t> LG Display Co., Ltd. 2017</a:t>
            </a:r>
          </a:p>
        </p:txBody>
      </p:sp>
      <p:pic>
        <p:nvPicPr>
          <p:cNvPr id="1031" name="Picture 13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91575" y="6602413"/>
            <a:ext cx="104775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20" r:id="rId1"/>
    <p:sldLayoutId id="2147484013" r:id="rId2"/>
    <p:sldLayoutId id="2147484014" r:id="rId3"/>
    <p:sldLayoutId id="2147484015" r:id="rId4"/>
    <p:sldLayoutId id="2147484016" r:id="rId5"/>
    <p:sldLayoutId id="2147484017" r:id="rId6"/>
    <p:sldLayoutId id="2147484018" r:id="rId7"/>
    <p:sldLayoutId id="2147484019" r:id="rId8"/>
    <p:sldLayoutId id="2147484021" r:id="rId9"/>
    <p:sldLayoutId id="2147484022" r:id="rId10"/>
  </p:sldLayoutIdLst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lang="ko-KR" altLang="en-US" sz="2000" b="1" kern="1200">
          <a:solidFill>
            <a:schemeClr val="bg1"/>
          </a:solidFill>
          <a:latin typeface="Arial" pitchFamily="34" charset="0"/>
          <a:ea typeface="돋움" pitchFamily="50" charset="-127"/>
          <a:cs typeface="Arial" pitchFamily="34" charset="0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5pPr>
      <a:lvl6pPr marL="4572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6pPr>
      <a:lvl7pPr marL="9144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7pPr>
      <a:lvl8pPr marL="13716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8pPr>
      <a:lvl9pPr marL="18288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9pPr>
    </p:titleStyle>
    <p:bodyStyle>
      <a:lvl1pPr marL="174625" indent="-174625" algn="l" rtl="0" eaLnBrk="0" fontAlgn="base" latinLnBrk="1" hangingPunct="0">
        <a:spcBef>
          <a:spcPct val="20000"/>
        </a:spcBef>
        <a:spcAft>
          <a:spcPct val="0"/>
        </a:spcAft>
        <a:buFont typeface="Wingdings" pitchFamily="2" charset="2"/>
        <a:buChar char="§"/>
        <a:defRPr lang="ko-KR" altLang="en-US" sz="14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1pPr>
      <a:lvl2pPr marL="268288" indent="-192088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AutoNum type="arabicPeriod"/>
        <a:tabLst>
          <a:tab pos="93663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2pPr>
      <a:lvl3pPr marL="363538" indent="-18891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•"/>
        <a:tabLst>
          <a:tab pos="174625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3pPr>
      <a:lvl4pPr marL="444500" indent="-174625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–"/>
        <a:tabLst>
          <a:tab pos="268288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4pPr>
      <a:lvl5pPr marL="538163" indent="-174625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»"/>
        <a:tabLst>
          <a:tab pos="363538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6" descr="080407_사내용_본문_2"/>
          <p:cNvPicPr>
            <a:picLocks noChangeAspect="1" noChangeArrowheads="1"/>
          </p:cNvPicPr>
          <p:nvPr/>
        </p:nvPicPr>
        <p:blipFill>
          <a:blip r:embed="rId11">
            <a:lum bright="-34000" contras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208"/>
          <a:stretch>
            <a:fillRect/>
          </a:stretch>
        </p:blipFill>
        <p:spPr bwMode="auto">
          <a:xfrm>
            <a:off x="0" y="-9525"/>
            <a:ext cx="9906000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" name="제목 개체 틀 10"/>
          <p:cNvSpPr>
            <a:spLocks noGrp="1"/>
          </p:cNvSpPr>
          <p:nvPr>
            <p:ph type="title"/>
          </p:nvPr>
        </p:nvSpPr>
        <p:spPr bwMode="auto">
          <a:xfrm>
            <a:off x="57150" y="44450"/>
            <a:ext cx="734853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028" name="텍스트 개체 틀 1"/>
          <p:cNvSpPr>
            <a:spLocks noGrp="1"/>
          </p:cNvSpPr>
          <p:nvPr>
            <p:ph type="body" idx="1"/>
          </p:nvPr>
        </p:nvSpPr>
        <p:spPr bwMode="auto">
          <a:xfrm>
            <a:off x="341313" y="1844675"/>
            <a:ext cx="9217025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grpSp>
        <p:nvGrpSpPr>
          <p:cNvPr id="1029" name="Group 9"/>
          <p:cNvGrpSpPr>
            <a:grpSpLocks/>
          </p:cNvGrpSpPr>
          <p:nvPr/>
        </p:nvGrpSpPr>
        <p:grpSpPr bwMode="auto">
          <a:xfrm>
            <a:off x="9037638" y="0"/>
            <a:ext cx="835025" cy="549275"/>
            <a:chOff x="1835" y="2092"/>
            <a:chExt cx="2268" cy="1701"/>
          </a:xfrm>
        </p:grpSpPr>
        <p:pic>
          <p:nvPicPr>
            <p:cNvPr id="1032" name="Picture 2" descr="C:\Documents and Settings\sec\바탕 화면\1.png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5" y="2092"/>
              <a:ext cx="2268" cy="17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3" name="Picture 59" descr="C:\Documents and Settings\sec\바탕 화면\1.png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0100" b="68900"/>
            <a:stretch>
              <a:fillRect/>
            </a:stretch>
          </p:blipFill>
          <p:spPr bwMode="auto">
            <a:xfrm>
              <a:off x="2422" y="2471"/>
              <a:ext cx="1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" name="Picture 5" descr="C:\Documents and Settings\sec\바탕 화면\2.png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3149" b="11151"/>
            <a:stretch>
              <a:fillRect/>
            </a:stretch>
          </p:blipFill>
          <p:spPr bwMode="auto">
            <a:xfrm>
              <a:off x="1878" y="2665"/>
              <a:ext cx="2114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0" name="Text Box 19"/>
          <p:cNvSpPr txBox="1">
            <a:spLocks noChangeArrowheads="1"/>
          </p:cNvSpPr>
          <p:nvPr/>
        </p:nvSpPr>
        <p:spPr bwMode="auto">
          <a:xfrm>
            <a:off x="55563" y="6680800"/>
            <a:ext cx="241091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1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eaLnBrk="1" hangingPunct="1">
              <a:defRPr/>
            </a:pPr>
            <a:r>
              <a:rPr lang="en-US" altLang="ko-KR" sz="900">
                <a:solidFill>
                  <a:srgbClr val="333333"/>
                </a:solidFill>
                <a:latin typeface="Arial" charset="0"/>
              </a:rPr>
              <a:t>CONFIDENTIAL ⓒ</a:t>
            </a:r>
            <a:r>
              <a:rPr lang="en-US" altLang="ko-KR" sz="900">
                <a:solidFill>
                  <a:srgbClr val="333333"/>
                </a:solidFill>
                <a:latin typeface="Arial" charset="0"/>
                <a:ea typeface="돋움" pitchFamily="50" charset="-127"/>
              </a:rPr>
              <a:t> LG Display Co., Ltd. 2017</a:t>
            </a:r>
          </a:p>
        </p:txBody>
      </p:sp>
      <p:pic>
        <p:nvPicPr>
          <p:cNvPr id="1031" name="Picture 13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91575" y="6602413"/>
            <a:ext cx="104775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083524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24" r:id="rId1"/>
    <p:sldLayoutId id="2147484025" r:id="rId2"/>
    <p:sldLayoutId id="2147484026" r:id="rId3"/>
    <p:sldLayoutId id="2147484027" r:id="rId4"/>
    <p:sldLayoutId id="2147484028" r:id="rId5"/>
    <p:sldLayoutId id="2147484029" r:id="rId6"/>
    <p:sldLayoutId id="2147484030" r:id="rId7"/>
    <p:sldLayoutId id="2147484031" r:id="rId8"/>
    <p:sldLayoutId id="2147484032" r:id="rId9"/>
  </p:sldLayoutIdLst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lang="ko-KR" altLang="en-US" sz="2000" b="1" kern="1200">
          <a:solidFill>
            <a:schemeClr val="bg1"/>
          </a:solidFill>
          <a:latin typeface="Arial" pitchFamily="34" charset="0"/>
          <a:ea typeface="돋움" pitchFamily="50" charset="-127"/>
          <a:cs typeface="Arial" pitchFamily="34" charset="0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5pPr>
      <a:lvl6pPr marL="4572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6pPr>
      <a:lvl7pPr marL="9144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7pPr>
      <a:lvl8pPr marL="13716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8pPr>
      <a:lvl9pPr marL="1828800" algn="l" rtl="0" fontAlgn="base" latinLnBrk="1">
        <a:spcBef>
          <a:spcPct val="0"/>
        </a:spcBef>
        <a:spcAft>
          <a:spcPct val="0"/>
        </a:spcAft>
        <a:defRPr sz="2000" b="1">
          <a:solidFill>
            <a:schemeClr val="bg1"/>
          </a:solidFill>
          <a:latin typeface="Arial" charset="0"/>
          <a:ea typeface="돋움" pitchFamily="50" charset="-127"/>
          <a:cs typeface="Arial" charset="0"/>
        </a:defRPr>
      </a:lvl9pPr>
    </p:titleStyle>
    <p:bodyStyle>
      <a:lvl1pPr marL="174625" indent="-174625" algn="l" rtl="0" eaLnBrk="0" fontAlgn="base" latinLnBrk="1" hangingPunct="0">
        <a:spcBef>
          <a:spcPct val="20000"/>
        </a:spcBef>
        <a:spcAft>
          <a:spcPct val="0"/>
        </a:spcAft>
        <a:buFont typeface="Wingdings" pitchFamily="2" charset="2"/>
        <a:buChar char="§"/>
        <a:defRPr lang="ko-KR" altLang="en-US" sz="14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1pPr>
      <a:lvl2pPr marL="268288" indent="-192088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AutoNum type="arabicPeriod"/>
        <a:tabLst>
          <a:tab pos="93663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2pPr>
      <a:lvl3pPr marL="363538" indent="-188913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•"/>
        <a:tabLst>
          <a:tab pos="174625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3pPr>
      <a:lvl4pPr marL="444500" indent="-174625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–"/>
        <a:tabLst>
          <a:tab pos="268288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4pPr>
      <a:lvl5pPr marL="538163" indent="-174625" algn="l" rtl="0" eaLnBrk="0" fontAlgn="base" latinLnBrk="1" hangingPunct="0">
        <a:spcBef>
          <a:spcPct val="20000"/>
        </a:spcBef>
        <a:spcAft>
          <a:spcPct val="0"/>
        </a:spcAft>
        <a:buFont typeface="Arial" pitchFamily="34" charset="0"/>
        <a:buChar char="»"/>
        <a:tabLst>
          <a:tab pos="363538" algn="l"/>
        </a:tabLst>
        <a:defRPr lang="ko-KR" altLang="en-US" sz="1200" kern="1200" dirty="0">
          <a:solidFill>
            <a:schemeClr val="tx1"/>
          </a:solidFill>
          <a:latin typeface="+mn-lt"/>
          <a:ea typeface="돋움" pitchFamily="50" charset="-127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notesSlide" Target="../notesSlides/notesSlide11.xml"/><Relationship Id="rId7" Type="http://schemas.openxmlformats.org/officeDocument/2006/relationships/oleObject" Target="../embeddings/oleObject2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8.png"/><Relationship Id="rId5" Type="http://schemas.openxmlformats.org/officeDocument/2006/relationships/oleObject" Target="../embeddings/oleObject1.bin"/><Relationship Id="rId4" Type="http://schemas.openxmlformats.org/officeDocument/2006/relationships/image" Target="../media/image10.png"/><Relationship Id="rId9" Type="http://schemas.openxmlformats.org/officeDocument/2006/relationships/image" Target="../media/image11.jpe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 Box 5"/>
          <p:cNvSpPr txBox="1">
            <a:spLocks noChangeArrowheads="1"/>
          </p:cNvSpPr>
          <p:nvPr/>
        </p:nvSpPr>
        <p:spPr bwMode="auto">
          <a:xfrm>
            <a:off x="2576513" y="1032346"/>
            <a:ext cx="3576620" cy="5244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0. REVISION HISTORY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1.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공통사항</a:t>
            </a:r>
            <a:endParaRPr lang="en-US" altLang="ko-KR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2. MAIN CONCEPT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주요 사항</a:t>
            </a:r>
            <a:endParaRPr lang="en-US" altLang="ko-KR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JUDGE 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DEFECT FILE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생성 </a:t>
            </a: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장비간 </a:t>
            </a: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INTERFACE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및 검사정보 </a:t>
            </a:r>
            <a:r>
              <a:rPr lang="ko-KR" altLang="en-US" b="1" err="1">
                <a:latin typeface="LG스마트체 Regular" pitchFamily="50" charset="-127"/>
                <a:ea typeface="LG스마트체 Regular" pitchFamily="50" charset="-127"/>
              </a:rPr>
              <a:t>운영안</a:t>
            </a:r>
            <a:endParaRPr lang="ko-KR" altLang="en-US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    </a:t>
            </a: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-. </a:t>
            </a:r>
            <a:r>
              <a:rPr lang="ko-KR" altLang="en-US" b="1" err="1">
                <a:latin typeface="LG스마트체 Regular" pitchFamily="50" charset="-127"/>
                <a:ea typeface="LG스마트체 Regular" pitchFamily="50" charset="-127"/>
              </a:rPr>
              <a:t>장비별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IMAGE FILE SIZE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제한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3. DIRECTORY &amp; FILE RULE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DEFECT FILE 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XML 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INDEX FILE 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LOT INDEX FILE 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IMAGE FILE RULE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DEFECT FILE SERVER DIRECTORY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구조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>
                <a:latin typeface="LG스마트체 Regular" pitchFamily="50" charset="-127"/>
                <a:ea typeface="LG스마트체 Regular" pitchFamily="50" charset="-127"/>
              </a:rPr>
              <a:t>    </a:t>
            </a: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-. IMAGE FILE SERVER DIRECTORY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구조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4. DEFECT FILE FORMAT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    -. GLS DEFECT FILE DISCRIPTION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5.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좌표체계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b="1">
                <a:latin typeface="LG스마트체 Regular" pitchFamily="50" charset="-127"/>
                <a:ea typeface="LG스마트체 Regular" pitchFamily="50" charset="-127"/>
              </a:rPr>
              <a:t>6. </a:t>
            </a:r>
            <a:r>
              <a:rPr lang="ko-KR" altLang="en-US" b="1">
                <a:latin typeface="LG스마트체 Regular" pitchFamily="50" charset="-127"/>
                <a:ea typeface="LG스마트체 Regular" pitchFamily="50" charset="-127"/>
              </a:rPr>
              <a:t>일반사항</a:t>
            </a:r>
            <a:endParaRPr lang="en-US" altLang="ko-KR" b="1"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5123" name="Rectangle 6"/>
          <p:cNvSpPr>
            <a:spLocks noChangeArrowheads="1"/>
          </p:cNvSpPr>
          <p:nvPr/>
        </p:nvSpPr>
        <p:spPr bwMode="auto">
          <a:xfrm>
            <a:off x="57150" y="57150"/>
            <a:ext cx="369844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P4 </a:t>
            </a:r>
            <a:r>
              <a:rPr lang="en-US" altLang="ko-KR" sz="1800" b="1" err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ToE</a:t>
            </a:r>
            <a:r>
              <a:rPr lang="en-US" altLang="ko-KR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(PX) Defect File </a:t>
            </a:r>
            <a:r>
              <a:rPr lang="ko-KR" altLang="en-US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사양 차례 </a:t>
            </a:r>
            <a:endParaRPr lang="en-US" altLang="ko-KR" sz="1800">
              <a:latin typeface="LG스마트체 Bold" pitchFamily="50" charset="-127"/>
              <a:ea typeface="LG스마트체 Bold" pitchFamily="50" charset="-127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77"/>
          <p:cNvSpPr>
            <a:spLocks noChangeArrowheads="1"/>
          </p:cNvSpPr>
          <p:nvPr/>
        </p:nvSpPr>
        <p:spPr bwMode="auto">
          <a:xfrm>
            <a:off x="57150" y="57150"/>
            <a:ext cx="259718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0. REVISION HISTORY</a:t>
            </a:r>
            <a:endParaRPr lang="en-US" altLang="ko-KR" sz="1800">
              <a:latin typeface="LG스마트체 Bold" pitchFamily="50" charset="-127"/>
              <a:ea typeface="LG스마트체 Bold" pitchFamily="50" charset="-127"/>
            </a:endParaRPr>
          </a:p>
        </p:txBody>
      </p:sp>
      <p:graphicFrame>
        <p:nvGraphicFramePr>
          <p:cNvPr id="3233" name="Group 1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5341658"/>
              </p:ext>
            </p:extLst>
          </p:nvPr>
        </p:nvGraphicFramePr>
        <p:xfrm>
          <a:off x="415925" y="981075"/>
          <a:ext cx="9048750" cy="5088226"/>
        </p:xfrm>
        <a:graphic>
          <a:graphicData uri="http://schemas.openxmlformats.org/drawingml/2006/table">
            <a:tbl>
              <a:tblPr/>
              <a:tblGrid>
                <a:gridCol w="1014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2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93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482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362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Ver.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Date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Reason of Revision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Revision History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88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1.00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17.09.21</a:t>
                      </a: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최초작성</a:t>
                      </a:r>
                      <a:endParaRPr kumimoji="1" lang="ko-KR" altLang="en-US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최초작성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주요결정사항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E5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공장 최종 검사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File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E5 DFS </a:t>
                      </a:r>
                      <a:r>
                        <a:rPr kumimoji="1" lang="ko-KR" altLang="en-US" sz="1100" b="0" i="0" u="none" strike="noStrike" cap="none" normalizeH="0" baseline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접속후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파일 </a:t>
                      </a: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Download</a:t>
                      </a:r>
                      <a:endParaRPr kumimoji="1" lang="ko-KR" altLang="en-US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65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1.1</a:t>
                      </a: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18.08.16</a:t>
                      </a: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FIELD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POINT_TFT_X, POINT_TFT_Y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</a:t>
                      </a: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88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1.2</a:t>
                      </a: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18.11.23</a:t>
                      </a: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FIELD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LDS DETECT DIRECTION </a:t>
                      </a: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</a:t>
                      </a: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12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8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99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02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0000" marR="90000" marT="17995" marB="17995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직사각형 1"/>
          <p:cNvSpPr>
            <a:spLocks noChangeArrowheads="1"/>
          </p:cNvSpPr>
          <p:nvPr/>
        </p:nvSpPr>
        <p:spPr bwMode="auto">
          <a:xfrm>
            <a:off x="467783" y="823913"/>
            <a:ext cx="8992791" cy="306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경고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(Caution)</a:t>
            </a:r>
          </a:p>
          <a:p>
            <a:pPr>
              <a:spcBef>
                <a:spcPct val="50000"/>
              </a:spcBef>
            </a:pP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본 사양서는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장비를 납품할 대상 장비업체에게 배포 될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공통 사양서로서 대상 장비 업체의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대응을 목적으로 배포한다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-.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본 사양서는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지정한 특정 업체 및 인원만이 열람할 수 있다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-.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본 사양 서에 대해서 사외에 유출하거나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담당자의 허가 없이 배포 및 공유하여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손해를 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끼친 경우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해당 업체는 </a:t>
            </a:r>
            <a:r>
              <a:rPr lang="en-US" altLang="ko-KR" sz="1200" b="1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</a:t>
            </a:r>
            <a:r>
              <a:rPr lang="ko-KR" altLang="en-US" sz="1200" b="1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규정에 의한 처벌 및 손해배상은 물론 부정경쟁 방지 및 영업비밀보호에 관한 </a:t>
            </a:r>
            <a:endParaRPr lang="en-US" altLang="ko-KR" sz="1200" b="1" u="sng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ko-KR" altLang="en-US" sz="1200" b="1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법률 및 기타 관련 법 규정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의거하여 민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형사상 어떤 책임도 감수해야 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-.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본 사양서의 판권 및 저작권은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소유이며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사전 허가 없이 복사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수정 및 배포할 수 없다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정의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(Definition)</a:t>
            </a:r>
          </a:p>
          <a:p>
            <a:pPr>
              <a:spcBef>
                <a:spcPct val="50000"/>
              </a:spcBef>
            </a:pP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본 사양은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제조를 위한 각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검사장비와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사이의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통신에 적용된다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52388" y="57150"/>
            <a:ext cx="463941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경고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(Caution)&amp;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정의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(Definition)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27882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직사각형 1"/>
          <p:cNvSpPr>
            <a:spLocks noChangeArrowheads="1"/>
          </p:cNvSpPr>
          <p:nvPr/>
        </p:nvSpPr>
        <p:spPr bwMode="auto">
          <a:xfrm>
            <a:off x="467783" y="823914"/>
            <a:ext cx="8992791" cy="193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Frame                                             IEEE 802.3u - </a:t>
            </a:r>
            <a:r>
              <a:rPr lang="en-US" altLang="ko-KR" sz="1200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FastEthernet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(100Mbps) 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Connector                                       RJ-45 (8-pin) 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Ethernet Media                               100BaseTX (Twisted Pair) 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Single Pins                                  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커넥터의 각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pin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은 그림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2-1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의 기능을 가진다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.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                                                       pin 1,2,3,6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번이 이용된다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.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                                                       [Each pin in Connector has functions in </a:t>
            </a:r>
          </a:p>
          <a:p>
            <a:pPr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                                                       Fig.2-1.  Pin 1, 2, 3, 6 are used]</a:t>
            </a:r>
          </a:p>
        </p:txBody>
      </p:sp>
      <p:graphicFrame>
        <p:nvGraphicFramePr>
          <p:cNvPr id="5" name="Group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207709"/>
              </p:ext>
            </p:extLst>
          </p:nvPr>
        </p:nvGraphicFramePr>
        <p:xfrm>
          <a:off x="880533" y="3378203"/>
          <a:ext cx="3879850" cy="2200275"/>
        </p:xfrm>
        <a:graphic>
          <a:graphicData uri="http://schemas.openxmlformats.org/drawingml/2006/table">
            <a:tbl>
              <a:tblPr/>
              <a:tblGrid>
                <a:gridCol w="4849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91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Pin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Signal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Description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1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Transmit+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Transmit Positive Signal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2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Transmit-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Transmit Negative Signal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3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Receive+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Receive Positive Signal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4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Not used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-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5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Not used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-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6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Receive-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Receive Negative Signal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7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Not used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-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8</a:t>
                      </a:r>
                    </a:p>
                  </a:txBody>
                  <a:tcPr marL="99060" marR="99060" marT="45687" marB="4568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Not used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937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돋움" pitchFamily="50" charset="-127"/>
                        </a:rPr>
                        <a:t>-</a:t>
                      </a:r>
                    </a:p>
                  </a:txBody>
                  <a:tcPr marL="99060" marR="99060" marT="45687" marB="4568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168" name="Rectangle 53"/>
          <p:cNvSpPr>
            <a:spLocks noChangeArrowheads="1"/>
          </p:cNvSpPr>
          <p:nvPr/>
        </p:nvSpPr>
        <p:spPr bwMode="auto">
          <a:xfrm>
            <a:off x="452307" y="3086100"/>
            <a:ext cx="2712111" cy="20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Fig.2-1 Signal Connections</a:t>
            </a:r>
          </a:p>
        </p:txBody>
      </p:sp>
      <p:sp>
        <p:nvSpPr>
          <p:cNvPr id="5169" name="Rectangle 12"/>
          <p:cNvSpPr>
            <a:spLocks noChangeArrowheads="1"/>
          </p:cNvSpPr>
          <p:nvPr/>
        </p:nvSpPr>
        <p:spPr bwMode="auto">
          <a:xfrm>
            <a:off x="5190332" y="3086101"/>
            <a:ext cx="1736053" cy="203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Fig.2-2 Cable Connection </a:t>
            </a:r>
          </a:p>
        </p:txBody>
      </p:sp>
      <p:sp>
        <p:nvSpPr>
          <p:cNvPr id="5170" name="Text Box 3"/>
          <p:cNvSpPr txBox="1">
            <a:spLocks noChangeArrowheads="1"/>
          </p:cNvSpPr>
          <p:nvPr/>
        </p:nvSpPr>
        <p:spPr bwMode="auto">
          <a:xfrm>
            <a:off x="5178293" y="3514727"/>
            <a:ext cx="1355196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[ Equipment ]</a:t>
            </a:r>
          </a:p>
        </p:txBody>
      </p:sp>
      <p:sp>
        <p:nvSpPr>
          <p:cNvPr id="5171" name="Text Box 4"/>
          <p:cNvSpPr txBox="1">
            <a:spLocks noChangeArrowheads="1"/>
          </p:cNvSpPr>
          <p:nvPr/>
        </p:nvSpPr>
        <p:spPr bwMode="auto">
          <a:xfrm>
            <a:off x="8277358" y="3525841"/>
            <a:ext cx="908050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[ Host ]</a:t>
            </a:r>
          </a:p>
        </p:txBody>
      </p:sp>
      <p:sp>
        <p:nvSpPr>
          <p:cNvPr id="5172" name="Text Box 5"/>
          <p:cNvSpPr txBox="1">
            <a:spLocks noChangeArrowheads="1"/>
          </p:cNvSpPr>
          <p:nvPr/>
        </p:nvSpPr>
        <p:spPr bwMode="auto">
          <a:xfrm>
            <a:off x="5393267" y="3770313"/>
            <a:ext cx="908050" cy="11811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1</a:t>
            </a:r>
          </a:p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2</a:t>
            </a:r>
          </a:p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3</a:t>
            </a:r>
          </a:p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6</a:t>
            </a:r>
          </a:p>
        </p:txBody>
      </p:sp>
      <p:sp>
        <p:nvSpPr>
          <p:cNvPr id="5173" name="Text Box 6"/>
          <p:cNvSpPr txBox="1">
            <a:spLocks noChangeArrowheads="1"/>
          </p:cNvSpPr>
          <p:nvPr/>
        </p:nvSpPr>
        <p:spPr bwMode="auto">
          <a:xfrm>
            <a:off x="8535327" y="3797300"/>
            <a:ext cx="908050" cy="11811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1</a:t>
            </a:r>
          </a:p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2</a:t>
            </a:r>
          </a:p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3</a:t>
            </a:r>
          </a:p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6</a:t>
            </a:r>
          </a:p>
        </p:txBody>
      </p:sp>
      <p:sp>
        <p:nvSpPr>
          <p:cNvPr id="5174" name="Line 7"/>
          <p:cNvSpPr>
            <a:spLocks noChangeShapeType="1"/>
          </p:cNvSpPr>
          <p:nvPr/>
        </p:nvSpPr>
        <p:spPr bwMode="auto">
          <a:xfrm>
            <a:off x="5806017" y="3938588"/>
            <a:ext cx="2559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75" name="Line 8"/>
          <p:cNvSpPr>
            <a:spLocks noChangeShapeType="1"/>
          </p:cNvSpPr>
          <p:nvPr/>
        </p:nvSpPr>
        <p:spPr bwMode="auto">
          <a:xfrm>
            <a:off x="5806017" y="4210050"/>
            <a:ext cx="2559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76" name="Line 9"/>
          <p:cNvSpPr>
            <a:spLocks noChangeShapeType="1"/>
          </p:cNvSpPr>
          <p:nvPr/>
        </p:nvSpPr>
        <p:spPr bwMode="auto">
          <a:xfrm>
            <a:off x="5806017" y="4481513"/>
            <a:ext cx="2559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77" name="Line 10"/>
          <p:cNvSpPr>
            <a:spLocks noChangeShapeType="1"/>
          </p:cNvSpPr>
          <p:nvPr/>
        </p:nvSpPr>
        <p:spPr bwMode="auto">
          <a:xfrm>
            <a:off x="5806017" y="4752975"/>
            <a:ext cx="2559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5128419" y="3525839"/>
            <a:ext cx="3948642" cy="1425574"/>
          </a:xfrm>
          <a:prstGeom prst="rect">
            <a:avLst/>
          </a:prstGeom>
          <a:noFill/>
          <a:ln w="15875" cap="flat" cmpd="sng" algn="ctr">
            <a:solidFill>
              <a:schemeClr val="tx1">
                <a:lumMod val="95000"/>
                <a:lumOff val="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>
            <a:no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  <a:defRPr/>
            </a:pPr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6" name="Rectangle 3"/>
          <p:cNvSpPr>
            <a:spLocks noChangeArrowheads="1"/>
          </p:cNvSpPr>
          <p:nvPr/>
        </p:nvSpPr>
        <p:spPr bwMode="auto">
          <a:xfrm>
            <a:off x="52388" y="57150"/>
            <a:ext cx="330090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-Physical Interface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8486725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직사각형 16"/>
          <p:cNvSpPr>
            <a:spLocks noChangeArrowheads="1"/>
          </p:cNvSpPr>
          <p:nvPr/>
        </p:nvSpPr>
        <p:spPr bwMode="auto">
          <a:xfrm>
            <a:off x="467783" y="823913"/>
            <a:ext cx="8992791" cy="5022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내에 반입되어 네트워크에 연결되는 모든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기본적으로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보안 원칙을 따른다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아래의 필수 항목을 준수하여야만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설비와 통신이 가능하다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윈도우 기본 공유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[Windows sharing]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배포하는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Guide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대로 윈도우 기본 공유를 해제 설정한다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2) Windows Update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모든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window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Patch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최신 버전으로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Update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3) Password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Windows Password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영문 및 숫자를 포함하여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자리 이상 설정하여야 하며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누구나 쉽게 유추할 수 있는 단어 및 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숫자는 사용하지 않는다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4) LG Display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Guide [LG Display security guide]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배포하는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Guide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입수하여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보안을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Setting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하도록 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PC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보안 설정 전에 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LG Display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측으로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Guide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요청한다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ko-KR" altLang="en-US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9329409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직사각형 16"/>
          <p:cNvSpPr>
            <a:spLocks noChangeArrowheads="1"/>
          </p:cNvSpPr>
          <p:nvPr/>
        </p:nvSpPr>
        <p:spPr bwMode="auto">
          <a:xfrm>
            <a:off x="467783" y="823916"/>
            <a:ext cx="8992791" cy="354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 installation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Download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설치는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Guide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따른다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항상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install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되어 있어야 하며 중앙으로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부터 정책을 받아 운영되어야 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6) LG Display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표준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용 보안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S/W[LG Display FAB Standard Security Software]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LG Display  FAB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입고되는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아래의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설치되어야 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- Device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제어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SEP(Endpoint Protection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관점의 물리적 보안 솔루션으로 입출력장치의 읽기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쓰기에 대해 제어 및 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       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모니터링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-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백신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(Virus/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악성코드 예방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: Trusline(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화이트리스트 기반의 보안 솔루션으로 바이러스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악성코드 활동 방지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무결성 점검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바이러스 스캐닝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): V3 Portable(FAB 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백신이 설치되기 전 무결성 점검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설치 절차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[Security S/W Setup Process]</a:t>
            </a:r>
          </a:p>
        </p:txBody>
      </p:sp>
      <p:sp>
        <p:nvSpPr>
          <p:cNvPr id="7172" name="AutoShape 35"/>
          <p:cNvSpPr>
            <a:spLocks noChangeArrowheads="1"/>
          </p:cNvSpPr>
          <p:nvPr/>
        </p:nvSpPr>
        <p:spPr bwMode="auto">
          <a:xfrm>
            <a:off x="472943" y="4994275"/>
            <a:ext cx="1286404" cy="477838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latinLnBrk="0"/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입고전 </a:t>
            </a:r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 </a:t>
            </a:r>
          </a:p>
          <a:p>
            <a:pPr latinLnBrk="0"/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Test</a:t>
            </a:r>
          </a:p>
        </p:txBody>
      </p:sp>
      <p:sp>
        <p:nvSpPr>
          <p:cNvPr id="7173" name="AutoShape 35"/>
          <p:cNvSpPr>
            <a:spLocks noChangeArrowheads="1"/>
          </p:cNvSpPr>
          <p:nvPr/>
        </p:nvSpPr>
        <p:spPr bwMode="auto">
          <a:xfrm>
            <a:off x="4314958" y="4514853"/>
            <a:ext cx="1286404" cy="479425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latinLnBrk="0"/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 Device </a:t>
            </a:r>
          </a:p>
          <a:p>
            <a:pPr latinLnBrk="0"/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제어 </a:t>
            </a:r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</a:t>
            </a:r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설치</a:t>
            </a:r>
            <a:endParaRPr kumimoji="0" lang="en-US" altLang="ko-KR" sz="9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74" name="AutoShape 35"/>
          <p:cNvSpPr>
            <a:spLocks noChangeArrowheads="1"/>
          </p:cNvSpPr>
          <p:nvPr/>
        </p:nvSpPr>
        <p:spPr bwMode="auto">
          <a:xfrm>
            <a:off x="2395670" y="4992691"/>
            <a:ext cx="1286404" cy="479425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latinLnBrk="0"/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IP </a:t>
            </a:r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신청</a:t>
            </a:r>
            <a:endParaRPr kumimoji="0" lang="en-US" altLang="ko-KR" sz="9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75" name="AutoShape 35"/>
          <p:cNvSpPr>
            <a:spLocks noChangeArrowheads="1"/>
          </p:cNvSpPr>
          <p:nvPr/>
        </p:nvSpPr>
        <p:spPr bwMode="auto">
          <a:xfrm>
            <a:off x="4314958" y="5472116"/>
            <a:ext cx="1289844" cy="477837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latinLnBrk="0"/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 </a:t>
            </a:r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봉인</a:t>
            </a:r>
            <a:endParaRPr kumimoji="0" lang="en-US" altLang="ko-KR" sz="9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76" name="AutoShape 35"/>
          <p:cNvSpPr>
            <a:spLocks noChangeArrowheads="1"/>
          </p:cNvSpPr>
          <p:nvPr/>
        </p:nvSpPr>
        <p:spPr bwMode="auto">
          <a:xfrm>
            <a:off x="8162133" y="4992691"/>
            <a:ext cx="1298443" cy="479425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latinLnBrk="0"/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</a:t>
            </a:r>
          </a:p>
          <a:p>
            <a:pPr latinLnBrk="0"/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장애 대응</a:t>
            </a:r>
            <a:endParaRPr kumimoji="0" lang="en-US" altLang="ko-KR" sz="9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77" name="AutoShape 35"/>
          <p:cNvSpPr>
            <a:spLocks noChangeArrowheads="1"/>
          </p:cNvSpPr>
          <p:nvPr/>
        </p:nvSpPr>
        <p:spPr bwMode="auto">
          <a:xfrm>
            <a:off x="6239404" y="4992691"/>
            <a:ext cx="1286404" cy="479425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latinLnBrk="0"/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</a:t>
            </a:r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백신 </a:t>
            </a:r>
            <a:endParaRPr kumimoji="0" lang="en-US" altLang="ko-KR" sz="9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latinLnBrk="0"/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</a:t>
            </a:r>
            <a:r>
              <a:rPr kumimoji="0" lang="ko-KR" altLang="en-US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설치</a:t>
            </a:r>
            <a:r>
              <a:rPr kumimoji="0" lang="en-US" altLang="ko-KR" sz="9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</a:p>
        </p:txBody>
      </p:sp>
      <p:cxnSp>
        <p:nvCxnSpPr>
          <p:cNvPr id="7178" name="직선 화살표 연결선 16"/>
          <p:cNvCxnSpPr>
            <a:cxnSpLocks noChangeShapeType="1"/>
            <a:stCxn id="7172" idx="3"/>
            <a:endCxn id="7174" idx="1"/>
          </p:cNvCxnSpPr>
          <p:nvPr/>
        </p:nvCxnSpPr>
        <p:spPr bwMode="auto">
          <a:xfrm flipV="1">
            <a:off x="1759349" y="5232400"/>
            <a:ext cx="636323" cy="1588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79" name="직선 화살표 연결선 16"/>
          <p:cNvCxnSpPr>
            <a:cxnSpLocks noChangeShapeType="1"/>
            <a:stCxn id="7177" idx="3"/>
            <a:endCxn id="7176" idx="1"/>
          </p:cNvCxnSpPr>
          <p:nvPr/>
        </p:nvCxnSpPr>
        <p:spPr bwMode="auto">
          <a:xfrm>
            <a:off x="7525810" y="5232400"/>
            <a:ext cx="636323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0" name="직선 화살표 연결선 17"/>
          <p:cNvCxnSpPr>
            <a:cxnSpLocks noChangeShapeType="1"/>
            <a:stCxn id="7174" idx="3"/>
            <a:endCxn id="7173" idx="1"/>
          </p:cNvCxnSpPr>
          <p:nvPr/>
        </p:nvCxnSpPr>
        <p:spPr bwMode="auto">
          <a:xfrm flipV="1">
            <a:off x="3682076" y="4754566"/>
            <a:ext cx="632883" cy="47783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1" name="직선 화살표 연결선 17"/>
          <p:cNvCxnSpPr>
            <a:cxnSpLocks noChangeShapeType="1"/>
            <a:stCxn id="7174" idx="3"/>
            <a:endCxn id="7175" idx="1"/>
          </p:cNvCxnSpPr>
          <p:nvPr/>
        </p:nvCxnSpPr>
        <p:spPr bwMode="auto">
          <a:xfrm>
            <a:off x="3682076" y="5232400"/>
            <a:ext cx="632883" cy="47783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2" name="직선 화살표 연결선 17"/>
          <p:cNvCxnSpPr>
            <a:cxnSpLocks noChangeShapeType="1"/>
            <a:stCxn id="7173" idx="3"/>
            <a:endCxn id="7177" idx="1"/>
          </p:cNvCxnSpPr>
          <p:nvPr/>
        </p:nvCxnSpPr>
        <p:spPr bwMode="auto">
          <a:xfrm>
            <a:off x="5601362" y="4754566"/>
            <a:ext cx="638042" cy="47783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3" name="직선 화살표 연결선 17"/>
          <p:cNvCxnSpPr>
            <a:cxnSpLocks noChangeShapeType="1"/>
            <a:stCxn id="7175" idx="3"/>
            <a:endCxn id="7177" idx="1"/>
          </p:cNvCxnSpPr>
          <p:nvPr/>
        </p:nvCxnSpPr>
        <p:spPr bwMode="auto">
          <a:xfrm flipV="1">
            <a:off x="5604803" y="5232400"/>
            <a:ext cx="634603" cy="47783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4" name="직선 연결선 28"/>
          <p:cNvCxnSpPr>
            <a:cxnSpLocks noChangeShapeType="1"/>
          </p:cNvCxnSpPr>
          <p:nvPr/>
        </p:nvCxnSpPr>
        <p:spPr bwMode="auto">
          <a:xfrm>
            <a:off x="467783" y="5722941"/>
            <a:ext cx="0" cy="604837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5" name="직선 연결선 31"/>
          <p:cNvCxnSpPr>
            <a:cxnSpLocks noChangeShapeType="1"/>
          </p:cNvCxnSpPr>
          <p:nvPr/>
        </p:nvCxnSpPr>
        <p:spPr bwMode="auto">
          <a:xfrm>
            <a:off x="2397390" y="5722941"/>
            <a:ext cx="0" cy="604837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6" name="직선 연결선 32"/>
          <p:cNvCxnSpPr>
            <a:cxnSpLocks noChangeShapeType="1"/>
          </p:cNvCxnSpPr>
          <p:nvPr/>
        </p:nvCxnSpPr>
        <p:spPr bwMode="auto">
          <a:xfrm>
            <a:off x="7525808" y="5722941"/>
            <a:ext cx="0" cy="604837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87" name="직선 연결선 33"/>
          <p:cNvCxnSpPr>
            <a:cxnSpLocks noChangeShapeType="1"/>
          </p:cNvCxnSpPr>
          <p:nvPr/>
        </p:nvCxnSpPr>
        <p:spPr bwMode="auto">
          <a:xfrm>
            <a:off x="9460575" y="5722941"/>
            <a:ext cx="0" cy="604837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" name="직선 화살표 연결선 34"/>
          <p:cNvCxnSpPr/>
          <p:nvPr/>
        </p:nvCxnSpPr>
        <p:spPr bwMode="auto">
          <a:xfrm>
            <a:off x="467783" y="6083300"/>
            <a:ext cx="1927887" cy="0"/>
          </a:xfrm>
          <a:prstGeom prst="straightConnector1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prstDash val="dash"/>
            <a:round/>
            <a:headEnd type="triangle" w="med" len="med"/>
            <a:tailEnd type="triangle"/>
          </a:ln>
          <a:effectLst/>
        </p:spPr>
      </p:cxnSp>
      <p:cxnSp>
        <p:nvCxnSpPr>
          <p:cNvPr id="37" name="직선 화살표 연결선 36"/>
          <p:cNvCxnSpPr/>
          <p:nvPr/>
        </p:nvCxnSpPr>
        <p:spPr bwMode="auto">
          <a:xfrm>
            <a:off x="2407708" y="6083300"/>
            <a:ext cx="5118100" cy="0"/>
          </a:xfrm>
          <a:prstGeom prst="straightConnector1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prstDash val="dash"/>
            <a:round/>
            <a:headEnd type="triangle" w="med" len="med"/>
            <a:tailEnd type="triangle"/>
          </a:ln>
          <a:effectLst/>
        </p:spPr>
      </p:cxnSp>
      <p:cxnSp>
        <p:nvCxnSpPr>
          <p:cNvPr id="39" name="직선 화살표 연결선 38"/>
          <p:cNvCxnSpPr/>
          <p:nvPr/>
        </p:nvCxnSpPr>
        <p:spPr bwMode="auto">
          <a:xfrm>
            <a:off x="7515491" y="6083300"/>
            <a:ext cx="1945085" cy="0"/>
          </a:xfrm>
          <a:prstGeom prst="straightConnector1">
            <a:avLst/>
          </a:prstGeom>
          <a:noFill/>
          <a:ln w="9525" cap="flat" cmpd="sng" algn="ctr">
            <a:solidFill>
              <a:schemeClr val="bg1">
                <a:lumMod val="50000"/>
              </a:schemeClr>
            </a:solidFill>
            <a:prstDash val="dash"/>
            <a:round/>
            <a:headEnd type="triangle" w="med" len="med"/>
            <a:tailEnd type="triangle"/>
          </a:ln>
          <a:effectLst/>
        </p:spPr>
      </p:cxnSp>
      <p:sp>
        <p:nvSpPr>
          <p:cNvPr id="7191" name="TextBox 39"/>
          <p:cNvSpPr txBox="1">
            <a:spLocks noChangeArrowheads="1"/>
          </p:cNvSpPr>
          <p:nvPr/>
        </p:nvSpPr>
        <p:spPr bwMode="auto">
          <a:xfrm>
            <a:off x="908052" y="6092825"/>
            <a:ext cx="526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10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입고전</a:t>
            </a:r>
          </a:p>
        </p:txBody>
      </p:sp>
      <p:sp>
        <p:nvSpPr>
          <p:cNvPr id="7192" name="TextBox 41"/>
          <p:cNvSpPr txBox="1">
            <a:spLocks noChangeArrowheads="1"/>
          </p:cNvSpPr>
          <p:nvPr/>
        </p:nvSpPr>
        <p:spPr bwMode="auto">
          <a:xfrm>
            <a:off x="4521334" y="6092825"/>
            <a:ext cx="808235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10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입고</a:t>
            </a:r>
            <a:r>
              <a:rPr lang="en-US" altLang="ko-KR" sz="10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/Setup</a:t>
            </a:r>
            <a:endParaRPr lang="ko-KR" altLang="en-US" sz="10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93" name="TextBox 42"/>
          <p:cNvSpPr txBox="1">
            <a:spLocks noChangeArrowheads="1"/>
          </p:cNvSpPr>
          <p:nvPr/>
        </p:nvSpPr>
        <p:spPr bwMode="auto">
          <a:xfrm>
            <a:off x="8342711" y="6092825"/>
            <a:ext cx="412292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10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운영</a:t>
            </a:r>
          </a:p>
        </p:txBody>
      </p:sp>
      <p:sp>
        <p:nvSpPr>
          <p:cNvPr id="26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9056871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직사각형 16"/>
          <p:cNvSpPr>
            <a:spLocks noChangeArrowheads="1"/>
          </p:cNvSpPr>
          <p:nvPr/>
        </p:nvSpPr>
        <p:spPr bwMode="auto">
          <a:xfrm>
            <a:off x="467783" y="823913"/>
            <a:ext cx="8992791" cy="887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(1)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입고 전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Test Process [FAB IP Request Process]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LG Display FAB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입고 전에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설치하여 설비에서 운영되는  각종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충돌 문제점을</a:t>
            </a:r>
            <a:endParaRPr lang="en-US" altLang="ko-KR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확인한다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62" name="Oval 558"/>
          <p:cNvSpPr>
            <a:spLocks noChangeArrowheads="1"/>
          </p:cNvSpPr>
          <p:nvPr/>
        </p:nvSpPr>
        <p:spPr bwMode="auto">
          <a:xfrm>
            <a:off x="493582" y="1957388"/>
            <a:ext cx="431667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</a:t>
            </a:r>
          </a:p>
        </p:txBody>
      </p:sp>
      <p:grpSp>
        <p:nvGrpSpPr>
          <p:cNvPr id="8197" name="Group 591"/>
          <p:cNvGrpSpPr>
            <a:grpSpLocks/>
          </p:cNvGrpSpPr>
          <p:nvPr/>
        </p:nvGrpSpPr>
        <p:grpSpPr bwMode="auto">
          <a:xfrm>
            <a:off x="7297076" y="1885953"/>
            <a:ext cx="1052513" cy="574675"/>
            <a:chOff x="2026" y="981"/>
            <a:chExt cx="498" cy="338"/>
          </a:xfrm>
        </p:grpSpPr>
        <p:sp>
          <p:nvSpPr>
            <p:cNvPr id="8278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보안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S/W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설치</a:t>
              </a:r>
            </a:p>
          </p:txBody>
        </p:sp>
        <p:sp>
          <p:nvSpPr>
            <p:cNvPr id="8279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협력사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Portal</a:t>
              </a:r>
            </a:p>
          </p:txBody>
        </p:sp>
        <p:sp>
          <p:nvSpPr>
            <p:cNvPr id="8280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81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2</a:t>
              </a:r>
            </a:p>
          </p:txBody>
        </p:sp>
      </p:grpSp>
      <p:cxnSp>
        <p:nvCxnSpPr>
          <p:cNvPr id="8198" name="직선 화살표 연결선 114"/>
          <p:cNvCxnSpPr>
            <a:cxnSpLocks noChangeShapeType="1"/>
            <a:stCxn id="62" idx="6"/>
            <a:endCxn id="8274" idx="1"/>
          </p:cNvCxnSpPr>
          <p:nvPr/>
        </p:nvCxnSpPr>
        <p:spPr bwMode="auto">
          <a:xfrm>
            <a:off x="925248" y="2173291"/>
            <a:ext cx="632883" cy="1587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9" name="직선 화살표 연결선 114"/>
          <p:cNvCxnSpPr>
            <a:cxnSpLocks noChangeShapeType="1"/>
            <a:stCxn id="8202" idx="3"/>
            <a:endCxn id="8278" idx="1"/>
          </p:cNvCxnSpPr>
          <p:nvPr/>
        </p:nvCxnSpPr>
        <p:spPr bwMode="auto">
          <a:xfrm>
            <a:off x="4488656" y="2173291"/>
            <a:ext cx="2808420" cy="1587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200" name="Group 591"/>
          <p:cNvGrpSpPr>
            <a:grpSpLocks/>
          </p:cNvGrpSpPr>
          <p:nvPr/>
        </p:nvGrpSpPr>
        <p:grpSpPr bwMode="auto">
          <a:xfrm>
            <a:off x="1558131" y="1884363"/>
            <a:ext cx="1052513" cy="576262"/>
            <a:chOff x="2026" y="981"/>
            <a:chExt cx="498" cy="338"/>
          </a:xfrm>
        </p:grpSpPr>
        <p:sp>
          <p:nvSpPr>
            <p:cNvPr id="8274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 O/S </a:t>
              </a:r>
            </a:p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확인</a:t>
              </a:r>
            </a:p>
          </p:txBody>
        </p:sp>
        <p:sp>
          <p:nvSpPr>
            <p:cNvPr id="8275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장비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</a:t>
              </a:r>
            </a:p>
          </p:txBody>
        </p:sp>
        <p:sp>
          <p:nvSpPr>
            <p:cNvPr id="8276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77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1</a:t>
              </a:r>
            </a:p>
          </p:txBody>
        </p:sp>
      </p:grpSp>
      <p:cxnSp>
        <p:nvCxnSpPr>
          <p:cNvPr id="8201" name="직선 화살표 연결선 114"/>
          <p:cNvCxnSpPr>
            <a:cxnSpLocks noChangeShapeType="1"/>
            <a:stCxn id="8274" idx="3"/>
            <a:endCxn id="8202" idx="1"/>
          </p:cNvCxnSpPr>
          <p:nvPr/>
        </p:nvCxnSpPr>
        <p:spPr bwMode="auto">
          <a:xfrm flipV="1">
            <a:off x="2610644" y="2173291"/>
            <a:ext cx="1074870" cy="1587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02" name="AutoShape 589"/>
          <p:cNvSpPr>
            <a:spLocks noChangeArrowheads="1"/>
          </p:cNvSpPr>
          <p:nvPr/>
        </p:nvSpPr>
        <p:spPr bwMode="auto">
          <a:xfrm>
            <a:off x="3685514" y="1898653"/>
            <a:ext cx="803142" cy="549275"/>
          </a:xfrm>
          <a:prstGeom prst="flowChartDecision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latinLnBrk="0"/>
            <a:r>
              <a: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Windows </a:t>
            </a:r>
          </a:p>
          <a:p>
            <a:pPr algn="ctr" latinLnBrk="0"/>
            <a:r>
              <a: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계열</a:t>
            </a:r>
            <a:r>
              <a: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?</a:t>
            </a:r>
          </a:p>
        </p:txBody>
      </p:sp>
      <p:grpSp>
        <p:nvGrpSpPr>
          <p:cNvPr id="8203" name="Group 591"/>
          <p:cNvGrpSpPr>
            <a:grpSpLocks/>
          </p:cNvGrpSpPr>
          <p:nvPr/>
        </p:nvGrpSpPr>
        <p:grpSpPr bwMode="auto">
          <a:xfrm>
            <a:off x="8222324" y="3136903"/>
            <a:ext cx="1052513" cy="576263"/>
            <a:chOff x="2026" y="981"/>
            <a:chExt cx="498" cy="338"/>
          </a:xfrm>
        </p:grpSpPr>
        <p:sp>
          <p:nvSpPr>
            <p:cNvPr id="8270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정책요청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(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장치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/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연결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Port)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78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kumimoji="0" lang="en-US" altLang="ko-KR" sz="900" kern="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e-Mail</a:t>
              </a:r>
            </a:p>
          </p:txBody>
        </p:sp>
        <p:sp>
          <p:nvSpPr>
            <p:cNvPr id="8272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73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*3</a:t>
              </a:r>
            </a:p>
          </p:txBody>
        </p:sp>
      </p:grpSp>
      <p:grpSp>
        <p:nvGrpSpPr>
          <p:cNvPr id="8204" name="Group 591"/>
          <p:cNvGrpSpPr>
            <a:grpSpLocks/>
          </p:cNvGrpSpPr>
          <p:nvPr/>
        </p:nvGrpSpPr>
        <p:grpSpPr bwMode="auto">
          <a:xfrm>
            <a:off x="8222324" y="4389441"/>
            <a:ext cx="1052513" cy="574675"/>
            <a:chOff x="2026" y="981"/>
            <a:chExt cx="498" cy="338"/>
          </a:xfrm>
        </p:grpSpPr>
        <p:sp>
          <p:nvSpPr>
            <p:cNvPr id="8266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정책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변경</a:t>
              </a:r>
            </a:p>
          </p:txBody>
        </p:sp>
        <p:sp>
          <p:nvSpPr>
            <p:cNvPr id="8267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SEPM</a:t>
              </a:r>
            </a:p>
          </p:txBody>
        </p:sp>
        <p:sp>
          <p:nvSpPr>
            <p:cNvPr id="8268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보안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SM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69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4</a:t>
              </a:r>
            </a:p>
          </p:txBody>
        </p:sp>
      </p:grpSp>
      <p:grpSp>
        <p:nvGrpSpPr>
          <p:cNvPr id="8205" name="Group 591"/>
          <p:cNvGrpSpPr>
            <a:grpSpLocks/>
          </p:cNvGrpSpPr>
          <p:nvPr/>
        </p:nvGrpSpPr>
        <p:grpSpPr bwMode="auto">
          <a:xfrm>
            <a:off x="6339152" y="4387853"/>
            <a:ext cx="1054233" cy="576263"/>
            <a:chOff x="2026" y="981"/>
            <a:chExt cx="498" cy="338"/>
          </a:xfrm>
        </p:grpSpPr>
        <p:sp>
          <p:nvSpPr>
            <p:cNvPr id="8262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Trusline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설치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63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/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협력사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Portal</a:t>
              </a:r>
            </a:p>
          </p:txBody>
        </p:sp>
        <p:sp>
          <p:nvSpPr>
            <p:cNvPr id="8264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65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6</a:t>
              </a:r>
            </a:p>
          </p:txBody>
        </p:sp>
      </p:grpSp>
      <p:grpSp>
        <p:nvGrpSpPr>
          <p:cNvPr id="8206" name="Group 591"/>
          <p:cNvGrpSpPr>
            <a:grpSpLocks/>
          </p:cNvGrpSpPr>
          <p:nvPr/>
        </p:nvGrpSpPr>
        <p:grpSpPr bwMode="auto">
          <a:xfrm>
            <a:off x="8222324" y="5640388"/>
            <a:ext cx="1052513" cy="576262"/>
            <a:chOff x="2026" y="981"/>
            <a:chExt cx="498" cy="338"/>
          </a:xfrm>
        </p:grpSpPr>
        <p:sp>
          <p:nvSpPr>
            <p:cNvPr id="8258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보안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S/W </a:t>
              </a:r>
            </a:p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적용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Test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8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kumimoji="0" lang="en-US" altLang="ko-KR" sz="900" kern="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SEP/</a:t>
              </a:r>
              <a:r>
                <a:rPr kumimoji="0" lang="en-US" altLang="ko-KR" sz="900" kern="0" err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Trusline</a:t>
              </a:r>
              <a:endParaRPr kumimoji="0" lang="en-US" altLang="ko-KR" sz="90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60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61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7</a:t>
              </a:r>
            </a:p>
          </p:txBody>
        </p:sp>
      </p:grpSp>
      <p:grpSp>
        <p:nvGrpSpPr>
          <p:cNvPr id="8207" name="Group 591"/>
          <p:cNvGrpSpPr>
            <a:grpSpLocks/>
          </p:cNvGrpSpPr>
          <p:nvPr/>
        </p:nvGrpSpPr>
        <p:grpSpPr bwMode="auto">
          <a:xfrm>
            <a:off x="3780102" y="5640388"/>
            <a:ext cx="1054233" cy="576262"/>
            <a:chOff x="2026" y="981"/>
            <a:chExt cx="498" cy="338"/>
          </a:xfrm>
        </p:grpSpPr>
        <p:sp>
          <p:nvSpPr>
            <p:cNvPr id="8254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Test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결과 확인 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및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PIMS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등록</a:t>
              </a:r>
            </a:p>
          </p:txBody>
        </p:sp>
        <p:sp>
          <p:nvSpPr>
            <p:cNvPr id="8255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PIMS</a:t>
              </a:r>
            </a:p>
          </p:txBody>
        </p:sp>
        <p:sp>
          <p:nvSpPr>
            <p:cNvPr id="8256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8257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9</a:t>
              </a:r>
            </a:p>
          </p:txBody>
        </p:sp>
      </p:grpSp>
      <p:sp>
        <p:nvSpPr>
          <p:cNvPr id="211" name="Oval 558"/>
          <p:cNvSpPr>
            <a:spLocks noChangeArrowheads="1"/>
          </p:cNvSpPr>
          <p:nvPr/>
        </p:nvSpPr>
        <p:spPr bwMode="auto">
          <a:xfrm>
            <a:off x="493582" y="5294313"/>
            <a:ext cx="431667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</a:t>
            </a:r>
          </a:p>
        </p:txBody>
      </p:sp>
      <p:grpSp>
        <p:nvGrpSpPr>
          <p:cNvPr id="8209" name="Group 591"/>
          <p:cNvGrpSpPr>
            <a:grpSpLocks/>
          </p:cNvGrpSpPr>
          <p:nvPr/>
        </p:nvGrpSpPr>
        <p:grpSpPr bwMode="auto">
          <a:xfrm>
            <a:off x="1558131" y="4830763"/>
            <a:ext cx="1054233" cy="576262"/>
            <a:chOff x="2026" y="981"/>
            <a:chExt cx="498" cy="338"/>
          </a:xfrm>
        </p:grpSpPr>
        <p:sp>
          <p:nvSpPr>
            <p:cNvPr id="8250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/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Test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결과 확인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/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및 승인</a:t>
              </a:r>
            </a:p>
          </p:txBody>
        </p:sp>
        <p:sp>
          <p:nvSpPr>
            <p:cNvPr id="8251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PIMS</a:t>
              </a:r>
            </a:p>
          </p:txBody>
        </p:sp>
        <p:sp>
          <p:nvSpPr>
            <p:cNvPr id="8252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EA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팀</a:t>
              </a:r>
            </a:p>
          </p:txBody>
        </p:sp>
        <p:sp>
          <p:nvSpPr>
            <p:cNvPr id="8253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10</a:t>
              </a:r>
            </a:p>
          </p:txBody>
        </p:sp>
      </p:grpSp>
      <p:grpSp>
        <p:nvGrpSpPr>
          <p:cNvPr id="8210" name="Group 591"/>
          <p:cNvGrpSpPr>
            <a:grpSpLocks/>
          </p:cNvGrpSpPr>
          <p:nvPr/>
        </p:nvGrpSpPr>
        <p:grpSpPr bwMode="auto">
          <a:xfrm>
            <a:off x="1558131" y="5640388"/>
            <a:ext cx="1054233" cy="576262"/>
            <a:chOff x="2026" y="981"/>
            <a:chExt cx="498" cy="338"/>
          </a:xfrm>
        </p:grpSpPr>
        <p:sp>
          <p:nvSpPr>
            <p:cNvPr id="8246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Test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결과 확인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및 승인</a:t>
              </a:r>
            </a:p>
          </p:txBody>
        </p:sp>
        <p:sp>
          <p:nvSpPr>
            <p:cNvPr id="8247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PIMS</a:t>
              </a:r>
            </a:p>
          </p:txBody>
        </p:sp>
        <p:sp>
          <p:nvSpPr>
            <p:cNvPr id="8248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보안전략팀</a:t>
              </a:r>
            </a:p>
          </p:txBody>
        </p:sp>
        <p:sp>
          <p:nvSpPr>
            <p:cNvPr id="8249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11</a:t>
              </a:r>
            </a:p>
          </p:txBody>
        </p:sp>
      </p:grpSp>
      <p:grpSp>
        <p:nvGrpSpPr>
          <p:cNvPr id="8211" name="Group 591"/>
          <p:cNvGrpSpPr>
            <a:grpSpLocks/>
          </p:cNvGrpSpPr>
          <p:nvPr/>
        </p:nvGrpSpPr>
        <p:grpSpPr bwMode="auto">
          <a:xfrm>
            <a:off x="6002074" y="5640388"/>
            <a:ext cx="1052513" cy="576262"/>
            <a:chOff x="2026" y="981"/>
            <a:chExt cx="498" cy="338"/>
          </a:xfrm>
        </p:grpSpPr>
        <p:sp>
          <p:nvSpPr>
            <p:cNvPr id="8242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/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Test  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결과 정리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/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및 발송</a:t>
              </a:r>
            </a:p>
          </p:txBody>
        </p:sp>
        <p:sp>
          <p:nvSpPr>
            <p:cNvPr id="226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kumimoji="0" lang="en-US" altLang="ko-KR" sz="900" kern="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e-Mail</a:t>
              </a:r>
            </a:p>
          </p:txBody>
        </p:sp>
        <p:sp>
          <p:nvSpPr>
            <p:cNvPr id="8244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45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8</a:t>
              </a:r>
            </a:p>
          </p:txBody>
        </p:sp>
      </p:grpSp>
      <p:cxnSp>
        <p:nvCxnSpPr>
          <p:cNvPr id="8212" name="직선 화살표 연결선 128"/>
          <p:cNvCxnSpPr>
            <a:cxnSpLocks noChangeShapeType="1"/>
            <a:stCxn id="8279" idx="2"/>
            <a:endCxn id="8240" idx="0"/>
          </p:cNvCxnSpPr>
          <p:nvPr/>
        </p:nvCxnSpPr>
        <p:spPr bwMode="auto">
          <a:xfrm rot="5400000">
            <a:off x="7087990" y="2382507"/>
            <a:ext cx="657225" cy="813462"/>
          </a:xfrm>
          <a:prstGeom prst="bentConnector3">
            <a:avLst>
              <a:gd name="adj1" fmla="val 51449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213" name="Group 591"/>
          <p:cNvGrpSpPr>
            <a:grpSpLocks/>
          </p:cNvGrpSpPr>
          <p:nvPr/>
        </p:nvGrpSpPr>
        <p:grpSpPr bwMode="auto">
          <a:xfrm>
            <a:off x="6339152" y="3117853"/>
            <a:ext cx="1054233" cy="576263"/>
            <a:chOff x="2026" y="981"/>
            <a:chExt cx="498" cy="338"/>
          </a:xfrm>
        </p:grpSpPr>
        <p:sp>
          <p:nvSpPr>
            <p:cNvPr id="8238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/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무결성 점검</a:t>
              </a:r>
              <a:endParaRPr kumimoji="0"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/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(Virus</a:t>
              </a: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검색 및 치료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39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V3</a:t>
              </a:r>
            </a:p>
          </p:txBody>
        </p:sp>
        <p:sp>
          <p:nvSpPr>
            <p:cNvPr id="8240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Maker</a:t>
              </a:r>
              <a:endParaRPr kumimoji="0"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41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9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*5</a:t>
              </a:r>
            </a:p>
          </p:txBody>
        </p:sp>
      </p:grpSp>
      <p:cxnSp>
        <p:nvCxnSpPr>
          <p:cNvPr id="8214" name="직선 화살표 연결선 128"/>
          <p:cNvCxnSpPr>
            <a:cxnSpLocks noChangeShapeType="1"/>
            <a:stCxn id="8279" idx="2"/>
            <a:endCxn id="8272" idx="0"/>
          </p:cNvCxnSpPr>
          <p:nvPr/>
        </p:nvCxnSpPr>
        <p:spPr bwMode="auto">
          <a:xfrm rot="16200000" flipH="1">
            <a:off x="8020052" y="2263909"/>
            <a:ext cx="676275" cy="1069710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5" name="직선 화살표 연결선 128"/>
          <p:cNvCxnSpPr>
            <a:cxnSpLocks noChangeShapeType="1"/>
            <a:stCxn id="178" idx="2"/>
          </p:cNvCxnSpPr>
          <p:nvPr/>
        </p:nvCxnSpPr>
        <p:spPr bwMode="auto">
          <a:xfrm rot="16200000" flipH="1">
            <a:off x="8410444" y="4051301"/>
            <a:ext cx="676275" cy="0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6" name="직선 화살표 연결선 128"/>
          <p:cNvCxnSpPr>
            <a:cxnSpLocks noChangeShapeType="1"/>
            <a:stCxn id="8239" idx="2"/>
          </p:cNvCxnSpPr>
          <p:nvPr/>
        </p:nvCxnSpPr>
        <p:spPr bwMode="auto">
          <a:xfrm rot="5400000">
            <a:off x="6518541" y="4040982"/>
            <a:ext cx="693737" cy="0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7" name="직선 화살표 연결선 128"/>
          <p:cNvCxnSpPr>
            <a:cxnSpLocks noChangeShapeType="1"/>
            <a:stCxn id="8267" idx="2"/>
          </p:cNvCxnSpPr>
          <p:nvPr/>
        </p:nvCxnSpPr>
        <p:spPr bwMode="auto">
          <a:xfrm>
            <a:off x="8748581" y="4964116"/>
            <a:ext cx="0" cy="674687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8" name="직선 화살표 연결선 128"/>
          <p:cNvCxnSpPr>
            <a:cxnSpLocks noChangeShapeType="1"/>
            <a:stCxn id="8258" idx="1"/>
            <a:endCxn id="8242" idx="3"/>
          </p:cNvCxnSpPr>
          <p:nvPr/>
        </p:nvCxnSpPr>
        <p:spPr bwMode="auto">
          <a:xfrm flipH="1">
            <a:off x="7054587" y="5930900"/>
            <a:ext cx="1167739" cy="0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9" name="직선 화살표 연결선 128"/>
          <p:cNvCxnSpPr>
            <a:cxnSpLocks noChangeShapeType="1"/>
            <a:stCxn id="8202" idx="2"/>
          </p:cNvCxnSpPr>
          <p:nvPr/>
        </p:nvCxnSpPr>
        <p:spPr bwMode="auto">
          <a:xfrm rot="16200000" flipH="1">
            <a:off x="4995798" y="1538355"/>
            <a:ext cx="2843213" cy="4662356"/>
          </a:xfrm>
          <a:prstGeom prst="bentConnector2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20" name="직선 화살표 연결선 128"/>
          <p:cNvCxnSpPr>
            <a:cxnSpLocks noChangeShapeType="1"/>
            <a:stCxn id="8242" idx="1"/>
            <a:endCxn id="8254" idx="3"/>
          </p:cNvCxnSpPr>
          <p:nvPr/>
        </p:nvCxnSpPr>
        <p:spPr bwMode="auto">
          <a:xfrm flipH="1">
            <a:off x="4834335" y="5930900"/>
            <a:ext cx="1167738" cy="0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21" name="직선 화살표 연결선 128"/>
          <p:cNvCxnSpPr>
            <a:cxnSpLocks noChangeShapeType="1"/>
            <a:stCxn id="8254" idx="1"/>
            <a:endCxn id="8246" idx="3"/>
          </p:cNvCxnSpPr>
          <p:nvPr/>
        </p:nvCxnSpPr>
        <p:spPr bwMode="auto">
          <a:xfrm flipH="1">
            <a:off x="2612364" y="5930900"/>
            <a:ext cx="1167738" cy="0"/>
          </a:xfrm>
          <a:prstGeom prst="straightConnector1">
            <a:avLst/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22" name="직선 화살표 연결선 128"/>
          <p:cNvCxnSpPr>
            <a:cxnSpLocks noChangeShapeType="1"/>
            <a:stCxn id="8254" idx="1"/>
            <a:endCxn id="8250" idx="3"/>
          </p:cNvCxnSpPr>
          <p:nvPr/>
        </p:nvCxnSpPr>
        <p:spPr bwMode="auto">
          <a:xfrm rot="10800000">
            <a:off x="2612364" y="5121278"/>
            <a:ext cx="1167738" cy="809625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23" name="직선 화살표 연결선 128"/>
          <p:cNvCxnSpPr>
            <a:cxnSpLocks noChangeShapeType="1"/>
            <a:stCxn id="8246" idx="1"/>
            <a:endCxn id="211" idx="6"/>
          </p:cNvCxnSpPr>
          <p:nvPr/>
        </p:nvCxnSpPr>
        <p:spPr bwMode="auto">
          <a:xfrm rot="10800000">
            <a:off x="925248" y="5510216"/>
            <a:ext cx="632883" cy="420687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24" name="직선 화살표 연결선 128"/>
          <p:cNvCxnSpPr>
            <a:cxnSpLocks noChangeShapeType="1"/>
            <a:stCxn id="8250" idx="1"/>
            <a:endCxn id="211" idx="6"/>
          </p:cNvCxnSpPr>
          <p:nvPr/>
        </p:nvCxnSpPr>
        <p:spPr bwMode="auto">
          <a:xfrm rot="10800000" flipV="1">
            <a:off x="925248" y="5121275"/>
            <a:ext cx="632883" cy="388938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25" name="직선 화살표 연결선 128"/>
          <p:cNvCxnSpPr>
            <a:cxnSpLocks noChangeShapeType="1"/>
            <a:stCxn id="8263" idx="2"/>
          </p:cNvCxnSpPr>
          <p:nvPr/>
        </p:nvCxnSpPr>
        <p:spPr bwMode="auto">
          <a:xfrm rot="5400000">
            <a:off x="6700308" y="5129213"/>
            <a:ext cx="330200" cy="0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rgbClr val="3333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26" name="TextBox 15"/>
          <p:cNvSpPr txBox="1">
            <a:spLocks noChangeArrowheads="1"/>
          </p:cNvSpPr>
          <p:nvPr/>
        </p:nvSpPr>
        <p:spPr bwMode="auto">
          <a:xfrm>
            <a:off x="8349591" y="2587628"/>
            <a:ext cx="46950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SEP</a:t>
            </a:r>
            <a:endParaRPr lang="ko-KR" altLang="en-US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227" name="TextBox 15"/>
          <p:cNvSpPr txBox="1">
            <a:spLocks noChangeArrowheads="1"/>
          </p:cNvSpPr>
          <p:nvPr/>
        </p:nvSpPr>
        <p:spPr bwMode="auto">
          <a:xfrm>
            <a:off x="6851650" y="2566991"/>
            <a:ext cx="7016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Trusline</a:t>
            </a:r>
            <a:endParaRPr lang="ko-KR" altLang="en-US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228" name="TextBox 15"/>
          <p:cNvSpPr txBox="1">
            <a:spLocks noChangeArrowheads="1"/>
          </p:cNvSpPr>
          <p:nvPr/>
        </p:nvSpPr>
        <p:spPr bwMode="auto">
          <a:xfrm>
            <a:off x="8387426" y="1860553"/>
            <a:ext cx="1544373" cy="5493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800" rIns="10800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※ </a:t>
            </a:r>
            <a:r>
              <a:rPr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협력사 보안 </a:t>
            </a: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Portal</a:t>
            </a:r>
            <a:b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</a:b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http://partner.lgdisplay.com</a:t>
            </a:r>
          </a:p>
          <a:p>
            <a:pPr eaLnBrk="1" hangingPunct="1">
              <a:lnSpc>
                <a:spcPct val="110000"/>
              </a:lnSpc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    - SEP, V3, Trusline</a:t>
            </a:r>
            <a:endParaRPr lang="ko-KR" altLang="en-US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1" name="AutoShape 112"/>
          <p:cNvSpPr>
            <a:spLocks noChangeArrowheads="1"/>
          </p:cNvSpPr>
          <p:nvPr/>
        </p:nvSpPr>
        <p:spPr bwMode="auto">
          <a:xfrm>
            <a:off x="6399346" y="1581150"/>
            <a:ext cx="933846" cy="317500"/>
          </a:xfrm>
          <a:prstGeom prst="flowChartDocument">
            <a:avLst/>
          </a:prstGeom>
          <a:solidFill>
            <a:srgbClr val="CCFFCC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lIns="0" rIns="0" anchor="ctr"/>
          <a:lstStyle/>
          <a:p>
            <a:pPr algn="ctr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Security</a:t>
            </a:r>
            <a:r>
              <a:rPr kumimoji="0" lang="ko-KR" altLang="en-US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S/W</a:t>
            </a:r>
          </a:p>
          <a:p>
            <a:pPr algn="ctr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Setup Guide</a:t>
            </a:r>
          </a:p>
        </p:txBody>
      </p:sp>
      <p:sp>
        <p:nvSpPr>
          <p:cNvPr id="8230" name="자유형 125"/>
          <p:cNvSpPr>
            <a:spLocks/>
          </p:cNvSpPr>
          <p:nvPr/>
        </p:nvSpPr>
        <p:spPr bwMode="auto">
          <a:xfrm>
            <a:off x="6970318" y="1889128"/>
            <a:ext cx="290644" cy="142875"/>
          </a:xfrm>
          <a:custGeom>
            <a:avLst/>
            <a:gdLst>
              <a:gd name="T0" fmla="*/ 1166 w 290927"/>
              <a:gd name="T1" fmla="*/ 0 h 144020"/>
              <a:gd name="T2" fmla="*/ 88356 w 290927"/>
              <a:gd name="T3" fmla="*/ 60412 h 144020"/>
              <a:gd name="T4" fmla="*/ 0 w 290927"/>
              <a:gd name="T5" fmla="*/ 41210 h 144020"/>
              <a:gd name="T6" fmla="*/ 117421 w 290927"/>
              <a:gd name="T7" fmla="*/ 120825 h 144020"/>
              <a:gd name="T8" fmla="*/ 0 60000 65536"/>
              <a:gd name="T9" fmla="*/ 0 60000 65536"/>
              <a:gd name="T10" fmla="*/ 0 60000 65536"/>
              <a:gd name="T11" fmla="*/ 0 60000 65536"/>
              <a:gd name="T12" fmla="*/ 0 w 290927"/>
              <a:gd name="T13" fmla="*/ 0 h 144020"/>
              <a:gd name="T14" fmla="*/ 290927 w 290927"/>
              <a:gd name="T15" fmla="*/ 144020 h 1440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0927" h="144020">
                <a:moveTo>
                  <a:pt x="2887" y="0"/>
                </a:moveTo>
                <a:lnTo>
                  <a:pt x="218917" y="72009"/>
                </a:lnTo>
                <a:lnTo>
                  <a:pt x="0" y="49119"/>
                </a:lnTo>
                <a:lnTo>
                  <a:pt x="290927" y="144020"/>
                </a:lnTo>
              </a:path>
            </a:pathLst>
          </a:cu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231" name="TextBox 46"/>
          <p:cNvSpPr txBox="1">
            <a:spLocks noChangeArrowheads="1"/>
          </p:cNvSpPr>
          <p:nvPr/>
        </p:nvSpPr>
        <p:spPr bwMode="auto">
          <a:xfrm>
            <a:off x="641483" y="3005139"/>
            <a:ext cx="314893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Reference *3</a:t>
            </a:r>
          </a:p>
          <a:p>
            <a:pPr eaLnBrk="1" hangingPunct="1"/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to : kth00700@lgdpartner.com LGD </a:t>
            </a:r>
            <a:r>
              <a:rPr lang="ko-KR" altLang="en-US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보안 </a:t>
            </a:r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SM</a:t>
            </a:r>
          </a:p>
          <a:p>
            <a:pPr eaLnBrk="1" hangingPunct="1"/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cc</a:t>
            </a:r>
            <a:r>
              <a:rPr lang="ko-KR" altLang="en-US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 jkpark0726@lgdisplay.com LGD </a:t>
            </a:r>
            <a:r>
              <a:rPr lang="ko-KR" altLang="en-US" sz="900" b="0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보안전략팀</a:t>
            </a:r>
            <a:r>
              <a:rPr lang="ko-KR" altLang="en-US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박진관</a:t>
            </a:r>
            <a:endParaRPr lang="en-US" altLang="ko-KR" sz="9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/>
            <a:endParaRPr lang="en-US" altLang="ko-KR" sz="9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/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Reference *5</a:t>
            </a:r>
          </a:p>
          <a:p>
            <a:pPr eaLnBrk="1" hangingPunct="1"/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- SEP &amp; V3, </a:t>
            </a:r>
            <a:r>
              <a:rPr lang="en-US" altLang="ko-KR" sz="900" b="0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Trusline</a:t>
            </a:r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S/W </a:t>
            </a:r>
            <a:r>
              <a:rPr lang="ko-KR" altLang="en-US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제공</a:t>
            </a:r>
            <a:endParaRPr lang="en-US" altLang="ko-KR" sz="9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/>
            <a:endParaRPr lang="en-US" altLang="ko-KR" sz="9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/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Reference Common </a:t>
            </a:r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: SEP, </a:t>
            </a:r>
            <a:r>
              <a:rPr lang="en-US" altLang="ko-KR" sz="900" b="0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Trusline</a:t>
            </a:r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 </a:t>
            </a:r>
            <a:r>
              <a:rPr lang="ko-KR" altLang="en-US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둘 다 </a:t>
            </a:r>
            <a:r>
              <a:rPr lang="en-US" altLang="ko-KR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Test </a:t>
            </a:r>
            <a:r>
              <a:rPr lang="ko-KR" altLang="en-US" sz="9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필요</a:t>
            </a:r>
            <a:endParaRPr lang="en-US" altLang="ko-KR" sz="9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4" name="AutoShape 112"/>
          <p:cNvSpPr>
            <a:spLocks noChangeArrowheads="1"/>
          </p:cNvSpPr>
          <p:nvPr/>
        </p:nvSpPr>
        <p:spPr bwMode="auto">
          <a:xfrm>
            <a:off x="8982472" y="5210178"/>
            <a:ext cx="935567" cy="315913"/>
          </a:xfrm>
          <a:prstGeom prst="flowChartDocument">
            <a:avLst/>
          </a:prstGeom>
          <a:solidFill>
            <a:srgbClr val="CCFFCC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lIns="0" rIns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보안 </a:t>
            </a: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S/W Test </a:t>
            </a:r>
            <a:r>
              <a:rPr kumimoji="0" lang="ko-KR" altLang="en-US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endParaRPr kumimoji="0" lang="en-US" altLang="ko-KR" sz="800" b="1" kern="0">
              <a:solidFill>
                <a:sysClr val="windowText" lastClr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Sheet</a:t>
            </a:r>
          </a:p>
        </p:txBody>
      </p:sp>
      <p:sp>
        <p:nvSpPr>
          <p:cNvPr id="8233" name="자유형 125"/>
          <p:cNvSpPr>
            <a:spLocks/>
          </p:cNvSpPr>
          <p:nvPr/>
        </p:nvSpPr>
        <p:spPr bwMode="auto">
          <a:xfrm rot="7548217">
            <a:off x="9324778" y="5522186"/>
            <a:ext cx="290513" cy="142742"/>
          </a:xfrm>
          <a:custGeom>
            <a:avLst/>
            <a:gdLst>
              <a:gd name="T0" fmla="*/ 2799 w 290927"/>
              <a:gd name="T1" fmla="*/ 0 h 144020"/>
              <a:gd name="T2" fmla="*/ 212158 w 290927"/>
              <a:gd name="T3" fmla="*/ 24814 h 144020"/>
              <a:gd name="T4" fmla="*/ 0 w 290927"/>
              <a:gd name="T5" fmla="*/ 16928 h 144020"/>
              <a:gd name="T6" fmla="*/ 281944 w 290927"/>
              <a:gd name="T7" fmla="*/ 49630 h 144020"/>
              <a:gd name="T8" fmla="*/ 0 60000 65536"/>
              <a:gd name="T9" fmla="*/ 0 60000 65536"/>
              <a:gd name="T10" fmla="*/ 0 60000 65536"/>
              <a:gd name="T11" fmla="*/ 0 60000 65536"/>
              <a:gd name="T12" fmla="*/ 0 w 290927"/>
              <a:gd name="T13" fmla="*/ 0 h 144020"/>
              <a:gd name="T14" fmla="*/ 290927 w 290927"/>
              <a:gd name="T15" fmla="*/ 144020 h 1440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0927" h="144020">
                <a:moveTo>
                  <a:pt x="2887" y="0"/>
                </a:moveTo>
                <a:lnTo>
                  <a:pt x="218917" y="72009"/>
                </a:lnTo>
                <a:lnTo>
                  <a:pt x="0" y="49119"/>
                </a:lnTo>
                <a:lnTo>
                  <a:pt x="290927" y="144020"/>
                </a:lnTo>
              </a:path>
            </a:pathLst>
          </a:cu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6" name="AutoShape 112"/>
          <p:cNvSpPr>
            <a:spLocks noChangeArrowheads="1"/>
          </p:cNvSpPr>
          <p:nvPr/>
        </p:nvSpPr>
        <p:spPr bwMode="auto">
          <a:xfrm>
            <a:off x="7009872" y="5368928"/>
            <a:ext cx="935567" cy="315913"/>
          </a:xfrm>
          <a:prstGeom prst="flowChartDocument">
            <a:avLst/>
          </a:prstGeom>
          <a:solidFill>
            <a:srgbClr val="CCFFCC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lIns="0" rIns="0" anchor="ctr"/>
          <a:lstStyle/>
          <a:p>
            <a:pPr algn="ctr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Test Result</a:t>
            </a:r>
            <a:r>
              <a:rPr kumimoji="0" lang="ko-KR" altLang="en-US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endParaRPr kumimoji="0" lang="en-US" altLang="ko-KR" sz="800" b="1" kern="0">
              <a:solidFill>
                <a:sysClr val="windowText" lastClr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algn="ctr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en-US" altLang="ko-KR" sz="800" b="1" kern="0">
                <a:solidFill>
                  <a:sysClr val="windowText" lastClr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Sheet</a:t>
            </a:r>
          </a:p>
        </p:txBody>
      </p:sp>
      <p:sp>
        <p:nvSpPr>
          <p:cNvPr id="97" name="자유형 125"/>
          <p:cNvSpPr>
            <a:spLocks/>
          </p:cNvSpPr>
          <p:nvPr/>
        </p:nvSpPr>
        <p:spPr bwMode="auto">
          <a:xfrm>
            <a:off x="7084040" y="5615730"/>
            <a:ext cx="290512" cy="142875"/>
          </a:xfrm>
          <a:custGeom>
            <a:avLst/>
            <a:gdLst>
              <a:gd name="T0" fmla="*/ 2851 w 290927"/>
              <a:gd name="T1" fmla="*/ 0 h 144020"/>
              <a:gd name="T2" fmla="*/ 216123 w 290927"/>
              <a:gd name="T3" fmla="*/ 67018 h 144020"/>
              <a:gd name="T4" fmla="*/ 0 w 290927"/>
              <a:gd name="T5" fmla="*/ 45716 h 144020"/>
              <a:gd name="T6" fmla="*/ 287216 w 290927"/>
              <a:gd name="T7" fmla="*/ 134037 h 144020"/>
              <a:gd name="T8" fmla="*/ 0 60000 65536"/>
              <a:gd name="T9" fmla="*/ 0 60000 65536"/>
              <a:gd name="T10" fmla="*/ 0 60000 65536"/>
              <a:gd name="T11" fmla="*/ 0 60000 65536"/>
              <a:gd name="T12" fmla="*/ 0 w 290927"/>
              <a:gd name="T13" fmla="*/ 0 h 144020"/>
              <a:gd name="T14" fmla="*/ 290927 w 290927"/>
              <a:gd name="T15" fmla="*/ 144020 h 1440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0927" h="144020">
                <a:moveTo>
                  <a:pt x="2887" y="0"/>
                </a:moveTo>
                <a:lnTo>
                  <a:pt x="218917" y="72009"/>
                </a:lnTo>
                <a:lnTo>
                  <a:pt x="0" y="49119"/>
                </a:lnTo>
                <a:lnTo>
                  <a:pt x="290927" y="144020"/>
                </a:lnTo>
              </a:path>
            </a:pathLst>
          </a:cu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scene3d>
            <a:camera prst="orthographicFront">
              <a:rot lat="10800000" lon="0" rev="0"/>
            </a:camera>
            <a:lightRig rig="threePt" dir="t"/>
          </a:scene3d>
        </p:spPr>
        <p:txBody>
          <a:bodyPr/>
          <a:lstStyle/>
          <a:p>
            <a:pPr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8236" name="TextBox 15"/>
          <p:cNvSpPr txBox="1">
            <a:spLocks noChangeArrowheads="1"/>
          </p:cNvSpPr>
          <p:nvPr/>
        </p:nvSpPr>
        <p:spPr bwMode="auto">
          <a:xfrm>
            <a:off x="2780905" y="4875215"/>
            <a:ext cx="648361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10000"/>
              </a:lnSpc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Trusline</a:t>
            </a:r>
            <a:endParaRPr lang="ko-KR" altLang="en-US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8237" name="TextBox 15"/>
          <p:cNvSpPr txBox="1">
            <a:spLocks noChangeArrowheads="1"/>
          </p:cNvSpPr>
          <p:nvPr/>
        </p:nvSpPr>
        <p:spPr bwMode="auto">
          <a:xfrm>
            <a:off x="2799821" y="5921378"/>
            <a:ext cx="6483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10000"/>
              </a:lnSpc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SEP</a:t>
            </a:r>
            <a:endParaRPr lang="ko-KR" altLang="en-US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90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4360311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9" name="직선 연결선 38"/>
          <p:cNvCxnSpPr/>
          <p:nvPr/>
        </p:nvCxnSpPr>
        <p:spPr bwMode="auto">
          <a:xfrm>
            <a:off x="5315877" y="3790950"/>
            <a:ext cx="0" cy="0"/>
          </a:xfrm>
          <a:prstGeom prst="line">
            <a:avLst/>
          </a:prstGeom>
          <a:noFill/>
          <a:ln w="635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triangle" w="med" len="med"/>
            <a:tailEnd type="triangle" w="med" len="med"/>
          </a:ln>
          <a:effectLst/>
          <a:scene3d>
            <a:camera prst="orthographicFront">
              <a:rot lat="0" lon="5400000" rev="0"/>
            </a:camera>
            <a:lightRig rig="threePt" dir="t"/>
          </a:scene3d>
        </p:spPr>
      </p:cxnSp>
      <p:sp>
        <p:nvSpPr>
          <p:cNvPr id="9220" name="직사각형 28"/>
          <p:cNvSpPr>
            <a:spLocks noChangeArrowheads="1"/>
          </p:cNvSpPr>
          <p:nvPr/>
        </p:nvSpPr>
        <p:spPr bwMode="auto">
          <a:xfrm>
            <a:off x="467783" y="823916"/>
            <a:ext cx="8992791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(2) FAB IP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신청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 [FAB IP Request Process]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LG Display FAB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Network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사용하기 위해서는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IP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받고 백신을 통해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무결점을 확보한다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cxnSp>
        <p:nvCxnSpPr>
          <p:cNvPr id="9221" name="AutoShape 47"/>
          <p:cNvCxnSpPr>
            <a:cxnSpLocks noChangeShapeType="1"/>
            <a:stCxn id="9320" idx="3"/>
            <a:endCxn id="9310" idx="1"/>
          </p:cNvCxnSpPr>
          <p:nvPr/>
        </p:nvCxnSpPr>
        <p:spPr bwMode="auto">
          <a:xfrm>
            <a:off x="2479940" y="2487613"/>
            <a:ext cx="43166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22" name="AutoShape 60"/>
          <p:cNvCxnSpPr>
            <a:cxnSpLocks noChangeShapeType="1"/>
            <a:stCxn id="9250" idx="0"/>
            <a:endCxn id="45" idx="0"/>
          </p:cNvCxnSpPr>
          <p:nvPr/>
        </p:nvCxnSpPr>
        <p:spPr bwMode="auto">
          <a:xfrm rot="16200000" flipV="1">
            <a:off x="4017368" y="131830"/>
            <a:ext cx="101600" cy="4228968"/>
          </a:xfrm>
          <a:prstGeom prst="bentConnector3">
            <a:avLst>
              <a:gd name="adj1" fmla="val 338991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23" name="AutoShape 68"/>
          <p:cNvCxnSpPr>
            <a:cxnSpLocks noChangeShapeType="1"/>
            <a:stCxn id="9250" idx="3"/>
            <a:endCxn id="9305" idx="1"/>
          </p:cNvCxnSpPr>
          <p:nvPr/>
        </p:nvCxnSpPr>
        <p:spPr bwMode="auto">
          <a:xfrm>
            <a:off x="6430302" y="2482853"/>
            <a:ext cx="459184" cy="4763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224" name="Group 70"/>
          <p:cNvGrpSpPr>
            <a:grpSpLocks/>
          </p:cNvGrpSpPr>
          <p:nvPr/>
        </p:nvGrpSpPr>
        <p:grpSpPr bwMode="auto">
          <a:xfrm>
            <a:off x="1427428" y="2195513"/>
            <a:ext cx="1052513" cy="576262"/>
            <a:chOff x="4872" y="1050"/>
            <a:chExt cx="498" cy="328"/>
          </a:xfrm>
        </p:grpSpPr>
        <p:sp>
          <p:nvSpPr>
            <p:cNvPr id="9320" name="Rectangle 7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신청서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작성</a:t>
              </a:r>
            </a:p>
          </p:txBody>
        </p:sp>
        <p:sp>
          <p:nvSpPr>
            <p:cNvPr id="42" name="Rectangle 7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Let’s(</a:t>
              </a:r>
              <a:r>
                <a:rPr lang="en-US" altLang="ko-KR" sz="800" err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Oneclick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)</a:t>
              </a:r>
            </a:p>
          </p:txBody>
        </p:sp>
        <p:sp>
          <p:nvSpPr>
            <p:cNvPr id="9322" name="Rectangle 7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9323" name="Rectangle 7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</a:t>
              </a:r>
            </a:p>
          </p:txBody>
        </p:sp>
        <p:sp>
          <p:nvSpPr>
            <p:cNvPr id="45" name="Line 7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9225" name="Group 76"/>
          <p:cNvGrpSpPr>
            <a:grpSpLocks/>
          </p:cNvGrpSpPr>
          <p:nvPr/>
        </p:nvGrpSpPr>
        <p:grpSpPr bwMode="auto">
          <a:xfrm>
            <a:off x="8401184" y="2195516"/>
            <a:ext cx="1052513" cy="574675"/>
            <a:chOff x="4872" y="1050"/>
            <a:chExt cx="498" cy="328"/>
          </a:xfrm>
        </p:grpSpPr>
        <p:sp>
          <p:nvSpPr>
            <p:cNvPr id="9315" name="Rectangle 77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설정</a:t>
              </a:r>
            </a:p>
          </p:txBody>
        </p:sp>
        <p:sp>
          <p:nvSpPr>
            <p:cNvPr id="9316" name="Rectangle 78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317" name="Rectangle 79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9318" name="Rectangle 80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5</a:t>
              </a:r>
            </a:p>
          </p:txBody>
        </p:sp>
        <p:sp>
          <p:nvSpPr>
            <p:cNvPr id="53" name="Line 81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9226" name="Group 110"/>
          <p:cNvGrpSpPr>
            <a:grpSpLocks/>
          </p:cNvGrpSpPr>
          <p:nvPr/>
        </p:nvGrpSpPr>
        <p:grpSpPr bwMode="auto">
          <a:xfrm>
            <a:off x="2911609" y="2195513"/>
            <a:ext cx="1052513" cy="576262"/>
            <a:chOff x="4872" y="1050"/>
            <a:chExt cx="498" cy="328"/>
          </a:xfrm>
        </p:grpSpPr>
        <p:sp>
          <p:nvSpPr>
            <p:cNvPr id="931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신청서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결재</a:t>
              </a:r>
            </a:p>
          </p:txBody>
        </p:sp>
        <p:sp>
          <p:nvSpPr>
            <p:cNvPr id="59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Let’s(</a:t>
              </a:r>
              <a:r>
                <a:rPr lang="en-US" altLang="ko-KR" sz="800" err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Oneclick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)</a:t>
              </a:r>
            </a:p>
          </p:txBody>
        </p:sp>
        <p:sp>
          <p:nvSpPr>
            <p:cNvPr id="9312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31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2</a:t>
              </a:r>
            </a:p>
          </p:txBody>
        </p:sp>
        <p:sp>
          <p:nvSpPr>
            <p:cNvPr id="62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9227" name="Group 121"/>
          <p:cNvGrpSpPr>
            <a:grpSpLocks/>
          </p:cNvGrpSpPr>
          <p:nvPr/>
        </p:nvGrpSpPr>
        <p:grpSpPr bwMode="auto">
          <a:xfrm>
            <a:off x="6889485" y="2195513"/>
            <a:ext cx="1052513" cy="576262"/>
            <a:chOff x="4872" y="1050"/>
            <a:chExt cx="498" cy="328"/>
          </a:xfrm>
        </p:grpSpPr>
        <p:sp>
          <p:nvSpPr>
            <p:cNvPr id="9305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부여</a:t>
              </a:r>
            </a:p>
          </p:txBody>
        </p:sp>
        <p:sp>
          <p:nvSpPr>
            <p:cNvPr id="65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Let’s/IMS</a:t>
              </a:r>
            </a:p>
          </p:txBody>
        </p:sp>
        <p:sp>
          <p:nvSpPr>
            <p:cNvPr id="9307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N/W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308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4</a:t>
              </a:r>
            </a:p>
          </p:txBody>
        </p:sp>
        <p:sp>
          <p:nvSpPr>
            <p:cNvPr id="68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28" name="AutoShape 129"/>
          <p:cNvCxnSpPr>
            <a:cxnSpLocks noChangeShapeType="1"/>
            <a:stCxn id="9305" idx="3"/>
            <a:endCxn id="9315" idx="1"/>
          </p:cNvCxnSpPr>
          <p:nvPr/>
        </p:nvCxnSpPr>
        <p:spPr bwMode="auto">
          <a:xfrm flipV="1">
            <a:off x="7942000" y="2487613"/>
            <a:ext cx="45918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29" name="AutoShape 144"/>
          <p:cNvCxnSpPr>
            <a:cxnSpLocks noChangeShapeType="1"/>
            <a:stCxn id="9310" idx="3"/>
            <a:endCxn id="9280" idx="1"/>
          </p:cNvCxnSpPr>
          <p:nvPr/>
        </p:nvCxnSpPr>
        <p:spPr bwMode="auto">
          <a:xfrm>
            <a:off x="3964120" y="2487613"/>
            <a:ext cx="459184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230" name="Group 145"/>
          <p:cNvGrpSpPr>
            <a:grpSpLocks/>
          </p:cNvGrpSpPr>
          <p:nvPr/>
        </p:nvGrpSpPr>
        <p:grpSpPr bwMode="auto">
          <a:xfrm>
            <a:off x="8401184" y="3673478"/>
            <a:ext cx="1052513" cy="576263"/>
            <a:chOff x="4872" y="1050"/>
            <a:chExt cx="498" cy="328"/>
          </a:xfrm>
        </p:grpSpPr>
        <p:sp>
          <p:nvSpPr>
            <p:cNvPr id="9300" name="Rectangle 146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차단 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해제 요청</a:t>
              </a:r>
            </a:p>
          </p:txBody>
        </p:sp>
        <p:sp>
          <p:nvSpPr>
            <p:cNvPr id="9301" name="Rectangle 147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</a:p>
          </p:txBody>
        </p:sp>
        <p:sp>
          <p:nvSpPr>
            <p:cNvPr id="9302" name="Rectangle 148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9303" name="Rectangle 149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6</a:t>
              </a:r>
            </a:p>
          </p:txBody>
        </p:sp>
        <p:sp>
          <p:nvSpPr>
            <p:cNvPr id="76" name="Line 150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9231" name="Group 151"/>
          <p:cNvGrpSpPr>
            <a:grpSpLocks/>
          </p:cNvGrpSpPr>
          <p:nvPr/>
        </p:nvGrpSpPr>
        <p:grpSpPr bwMode="auto">
          <a:xfrm>
            <a:off x="8401184" y="5349878"/>
            <a:ext cx="1052513" cy="576263"/>
            <a:chOff x="4872" y="1050"/>
            <a:chExt cx="498" cy="328"/>
          </a:xfrm>
        </p:grpSpPr>
        <p:sp>
          <p:nvSpPr>
            <p:cNvPr id="9295" name="Rectangle 15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설정 확인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및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차단 해제</a:t>
              </a:r>
            </a:p>
          </p:txBody>
        </p:sp>
        <p:sp>
          <p:nvSpPr>
            <p:cNvPr id="79" name="Rectangle 15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IMS</a:t>
              </a:r>
            </a:p>
          </p:txBody>
        </p:sp>
        <p:sp>
          <p:nvSpPr>
            <p:cNvPr id="9297" name="Rectangle 15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N/W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298" name="Rectangle 15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7</a:t>
              </a:r>
            </a:p>
          </p:txBody>
        </p:sp>
        <p:sp>
          <p:nvSpPr>
            <p:cNvPr id="82" name="Line 15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32" name="AutoShape 157"/>
          <p:cNvCxnSpPr>
            <a:cxnSpLocks noChangeShapeType="1"/>
            <a:stCxn id="9316" idx="2"/>
            <a:endCxn id="76" idx="0"/>
          </p:cNvCxnSpPr>
          <p:nvPr/>
        </p:nvCxnSpPr>
        <p:spPr bwMode="auto">
          <a:xfrm>
            <a:off x="8927439" y="2770191"/>
            <a:ext cx="0" cy="903287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33" name="AutoShape 158"/>
          <p:cNvCxnSpPr>
            <a:cxnSpLocks noChangeShapeType="1"/>
            <a:stCxn id="9301" idx="2"/>
            <a:endCxn id="82" idx="0"/>
          </p:cNvCxnSpPr>
          <p:nvPr/>
        </p:nvCxnSpPr>
        <p:spPr bwMode="auto">
          <a:xfrm>
            <a:off x="8927439" y="4249741"/>
            <a:ext cx="0" cy="11001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34" name="AutoShape 159"/>
          <p:cNvSpPr>
            <a:spLocks noChangeArrowheads="1"/>
          </p:cNvSpPr>
          <p:nvPr/>
        </p:nvSpPr>
        <p:spPr bwMode="auto">
          <a:xfrm>
            <a:off x="1704316" y="4613278"/>
            <a:ext cx="497019" cy="373063"/>
          </a:xfrm>
          <a:prstGeom prst="flowChartDecision">
            <a:avLst/>
          </a:prstGeom>
          <a:solidFill>
            <a:srgbClr val="FFFFCC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정상</a:t>
            </a:r>
          </a:p>
        </p:txBody>
      </p:sp>
      <p:grpSp>
        <p:nvGrpSpPr>
          <p:cNvPr id="9235" name="Group 160"/>
          <p:cNvGrpSpPr>
            <a:grpSpLocks/>
          </p:cNvGrpSpPr>
          <p:nvPr/>
        </p:nvGrpSpPr>
        <p:grpSpPr bwMode="auto">
          <a:xfrm>
            <a:off x="1427428" y="5351466"/>
            <a:ext cx="1052513" cy="574675"/>
            <a:chOff x="4872" y="1050"/>
            <a:chExt cx="498" cy="328"/>
          </a:xfrm>
        </p:grpSpPr>
        <p:sp>
          <p:nvSpPr>
            <p:cNvPr id="9290" name="Rectangle 16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백신 엔진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Version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확인</a:t>
              </a:r>
            </a:p>
          </p:txBody>
        </p:sp>
        <p:sp>
          <p:nvSpPr>
            <p:cNvPr id="88" name="Rectangle 16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백신서버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292" name="Rectangle 16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293" name="Rectangle 16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11</a:t>
              </a:r>
            </a:p>
          </p:txBody>
        </p:sp>
        <p:sp>
          <p:nvSpPr>
            <p:cNvPr id="91" name="Line 16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36" name="AutoShape 172"/>
          <p:cNvCxnSpPr>
            <a:cxnSpLocks noChangeShapeType="1"/>
            <a:stCxn id="91" idx="0"/>
            <a:endCxn id="9234" idx="2"/>
          </p:cNvCxnSpPr>
          <p:nvPr/>
        </p:nvCxnSpPr>
        <p:spPr bwMode="auto">
          <a:xfrm flipV="1">
            <a:off x="1953683" y="4986341"/>
            <a:ext cx="0" cy="365125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37" name="AutoShape 173"/>
          <p:cNvCxnSpPr>
            <a:cxnSpLocks noChangeShapeType="1"/>
            <a:stCxn id="9234" idx="1"/>
            <a:endCxn id="147" idx="6"/>
          </p:cNvCxnSpPr>
          <p:nvPr/>
        </p:nvCxnSpPr>
        <p:spPr bwMode="auto">
          <a:xfrm flipH="1" flipV="1">
            <a:off x="899451" y="4799016"/>
            <a:ext cx="804863" cy="1587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38" name="AutoShape 174"/>
          <p:cNvCxnSpPr>
            <a:cxnSpLocks noChangeShapeType="1"/>
            <a:stCxn id="9295" idx="1"/>
            <a:endCxn id="9285" idx="3"/>
          </p:cNvCxnSpPr>
          <p:nvPr/>
        </p:nvCxnSpPr>
        <p:spPr bwMode="auto">
          <a:xfrm flipH="1">
            <a:off x="7702949" y="5641975"/>
            <a:ext cx="698235" cy="15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39" name="AutoShape 183"/>
          <p:cNvCxnSpPr>
            <a:cxnSpLocks noChangeShapeType="1"/>
            <a:stCxn id="9234" idx="0"/>
            <a:endCxn id="126" idx="2"/>
          </p:cNvCxnSpPr>
          <p:nvPr/>
        </p:nvCxnSpPr>
        <p:spPr bwMode="auto">
          <a:xfrm flipH="1" flipV="1">
            <a:off x="1953683" y="4249741"/>
            <a:ext cx="0" cy="3635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40" name="AutoShape 184"/>
          <p:cNvCxnSpPr>
            <a:cxnSpLocks noChangeShapeType="1"/>
            <a:stCxn id="9270" idx="3"/>
            <a:endCxn id="9300" idx="1"/>
          </p:cNvCxnSpPr>
          <p:nvPr/>
        </p:nvCxnSpPr>
        <p:spPr bwMode="auto">
          <a:xfrm>
            <a:off x="5475817" y="3965575"/>
            <a:ext cx="2925366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241" name="Group 188"/>
          <p:cNvGrpSpPr>
            <a:grpSpLocks/>
          </p:cNvGrpSpPr>
          <p:nvPr/>
        </p:nvGrpSpPr>
        <p:grpSpPr bwMode="auto">
          <a:xfrm>
            <a:off x="6650436" y="5351466"/>
            <a:ext cx="1052513" cy="574675"/>
            <a:chOff x="4872" y="1050"/>
            <a:chExt cx="498" cy="328"/>
          </a:xfrm>
        </p:grpSpPr>
        <p:sp>
          <p:nvSpPr>
            <p:cNvPr id="9285" name="Rectangle 189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백신설치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및 엔진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Update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</a:t>
              </a:r>
            </a:p>
          </p:txBody>
        </p:sp>
        <p:sp>
          <p:nvSpPr>
            <p:cNvPr id="9286" name="Rectangle 190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9287" name="Rectangle 191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9288" name="Rectangle 192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8</a:t>
              </a:r>
            </a:p>
          </p:txBody>
        </p:sp>
        <p:sp>
          <p:nvSpPr>
            <p:cNvPr id="102" name="Line 193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9242" name="Group 110"/>
          <p:cNvGrpSpPr>
            <a:grpSpLocks/>
          </p:cNvGrpSpPr>
          <p:nvPr/>
        </p:nvGrpSpPr>
        <p:grpSpPr bwMode="auto">
          <a:xfrm>
            <a:off x="4423305" y="2195513"/>
            <a:ext cx="1052513" cy="576262"/>
            <a:chOff x="4872" y="1050"/>
            <a:chExt cx="498" cy="328"/>
          </a:xfrm>
        </p:grpSpPr>
        <p:sp>
          <p:nvSpPr>
            <p:cNvPr id="928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신청서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결재</a:t>
              </a:r>
            </a:p>
          </p:txBody>
        </p:sp>
        <p:sp>
          <p:nvSpPr>
            <p:cNvPr id="105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Let’s(</a:t>
              </a:r>
              <a:r>
                <a:rPr lang="en-US" altLang="ko-KR" sz="800" err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Oneclick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)</a:t>
              </a:r>
            </a:p>
          </p:txBody>
        </p:sp>
        <p:sp>
          <p:nvSpPr>
            <p:cNvPr id="9282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EA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28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3</a:t>
              </a:r>
            </a:p>
          </p:txBody>
        </p:sp>
        <p:sp>
          <p:nvSpPr>
            <p:cNvPr id="108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43" name="AutoShape 144"/>
          <p:cNvCxnSpPr>
            <a:cxnSpLocks noChangeShapeType="1"/>
            <a:stCxn id="9280" idx="3"/>
            <a:endCxn id="9250" idx="1"/>
          </p:cNvCxnSpPr>
          <p:nvPr/>
        </p:nvCxnSpPr>
        <p:spPr bwMode="auto">
          <a:xfrm flipV="1">
            <a:off x="5475818" y="2484441"/>
            <a:ext cx="457465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244" name="Group 160"/>
          <p:cNvGrpSpPr>
            <a:grpSpLocks/>
          </p:cNvGrpSpPr>
          <p:nvPr/>
        </p:nvGrpSpPr>
        <p:grpSpPr bwMode="auto">
          <a:xfrm>
            <a:off x="3150658" y="5351466"/>
            <a:ext cx="1054233" cy="574675"/>
            <a:chOff x="4872" y="1050"/>
            <a:chExt cx="498" cy="328"/>
          </a:xfrm>
        </p:grpSpPr>
        <p:sp>
          <p:nvSpPr>
            <p:cNvPr id="9275" name="Rectangle 16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점검결과 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상황실에 통보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12" name="Rectangle 16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유선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9277" name="Rectangle 16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9278" name="Rectangle 16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10</a:t>
              </a:r>
            </a:p>
          </p:txBody>
        </p:sp>
        <p:sp>
          <p:nvSpPr>
            <p:cNvPr id="115" name="Line 16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9245" name="Group 177"/>
          <p:cNvGrpSpPr>
            <a:grpSpLocks/>
          </p:cNvGrpSpPr>
          <p:nvPr/>
        </p:nvGrpSpPr>
        <p:grpSpPr bwMode="auto">
          <a:xfrm>
            <a:off x="4423305" y="3673478"/>
            <a:ext cx="1052513" cy="576263"/>
            <a:chOff x="4872" y="1050"/>
            <a:chExt cx="498" cy="328"/>
          </a:xfrm>
        </p:grpSpPr>
        <p:sp>
          <p:nvSpPr>
            <p:cNvPr id="9270" name="Rectangle 178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차단</a:t>
              </a:r>
            </a:p>
          </p:txBody>
        </p:sp>
        <p:sp>
          <p:nvSpPr>
            <p:cNvPr id="118" name="Rectangle 179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IMS</a:t>
              </a:r>
            </a:p>
          </p:txBody>
        </p:sp>
        <p:sp>
          <p:nvSpPr>
            <p:cNvPr id="9272" name="Rectangle 180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N/W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</a:p>
          </p:txBody>
        </p:sp>
        <p:sp>
          <p:nvSpPr>
            <p:cNvPr id="120" name="Rectangle 181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13</a:t>
              </a:r>
            </a:p>
          </p:txBody>
        </p:sp>
        <p:sp>
          <p:nvSpPr>
            <p:cNvPr id="121" name="Line 182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46" name="AutoShape 174"/>
          <p:cNvCxnSpPr>
            <a:cxnSpLocks noChangeShapeType="1"/>
            <a:stCxn id="9285" idx="1"/>
            <a:endCxn id="9260" idx="3"/>
          </p:cNvCxnSpPr>
          <p:nvPr/>
        </p:nvCxnSpPr>
        <p:spPr bwMode="auto">
          <a:xfrm flipH="1">
            <a:off x="5953919" y="5643563"/>
            <a:ext cx="696516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47" name="AutoShape 174"/>
          <p:cNvCxnSpPr>
            <a:cxnSpLocks noChangeShapeType="1"/>
            <a:stCxn id="9275" idx="1"/>
            <a:endCxn id="9290" idx="3"/>
          </p:cNvCxnSpPr>
          <p:nvPr/>
        </p:nvCxnSpPr>
        <p:spPr bwMode="auto">
          <a:xfrm flipH="1">
            <a:off x="2479941" y="5643563"/>
            <a:ext cx="670719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248" name="Group 160"/>
          <p:cNvGrpSpPr>
            <a:grpSpLocks/>
          </p:cNvGrpSpPr>
          <p:nvPr/>
        </p:nvGrpSpPr>
        <p:grpSpPr bwMode="auto">
          <a:xfrm>
            <a:off x="1427428" y="3673478"/>
            <a:ext cx="1052513" cy="576263"/>
            <a:chOff x="4872" y="1050"/>
            <a:chExt cx="498" cy="328"/>
          </a:xfrm>
        </p:grpSpPr>
        <p:sp>
          <p:nvSpPr>
            <p:cNvPr id="9265" name="Rectangle 16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IP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차단요청</a:t>
              </a:r>
            </a:p>
          </p:txBody>
        </p:sp>
        <p:sp>
          <p:nvSpPr>
            <p:cNvPr id="126" name="Rectangle 16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유선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, Mail</a:t>
              </a:r>
            </a:p>
          </p:txBody>
        </p:sp>
        <p:sp>
          <p:nvSpPr>
            <p:cNvPr id="9267" name="Rectangle 16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268" name="Rectangle 16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12</a:t>
              </a:r>
            </a:p>
          </p:txBody>
        </p:sp>
        <p:sp>
          <p:nvSpPr>
            <p:cNvPr id="129" name="Line 16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49" name="AutoShape 183"/>
          <p:cNvCxnSpPr>
            <a:cxnSpLocks noChangeShapeType="1"/>
            <a:stCxn id="9265" idx="3"/>
            <a:endCxn id="9270" idx="1"/>
          </p:cNvCxnSpPr>
          <p:nvPr/>
        </p:nvCxnSpPr>
        <p:spPr bwMode="auto">
          <a:xfrm>
            <a:off x="2479941" y="3965575"/>
            <a:ext cx="194336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50" name="AutoShape 55"/>
          <p:cNvSpPr>
            <a:spLocks noChangeArrowheads="1"/>
          </p:cNvSpPr>
          <p:nvPr/>
        </p:nvSpPr>
        <p:spPr bwMode="auto">
          <a:xfrm>
            <a:off x="5933281" y="2297113"/>
            <a:ext cx="497020" cy="373062"/>
          </a:xfrm>
          <a:prstGeom prst="flowChartDecision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승인</a:t>
            </a:r>
          </a:p>
        </p:txBody>
      </p:sp>
      <p:sp>
        <p:nvSpPr>
          <p:cNvPr id="146" name="Oval 558"/>
          <p:cNvSpPr>
            <a:spLocks noChangeArrowheads="1"/>
          </p:cNvSpPr>
          <p:nvPr/>
        </p:nvSpPr>
        <p:spPr bwMode="auto">
          <a:xfrm>
            <a:off x="472943" y="2266950"/>
            <a:ext cx="431667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</a:t>
            </a:r>
          </a:p>
        </p:txBody>
      </p:sp>
      <p:sp>
        <p:nvSpPr>
          <p:cNvPr id="147" name="Oval 558"/>
          <p:cNvSpPr>
            <a:spLocks noChangeArrowheads="1"/>
          </p:cNvSpPr>
          <p:nvPr/>
        </p:nvSpPr>
        <p:spPr bwMode="auto">
          <a:xfrm>
            <a:off x="467785" y="4583113"/>
            <a:ext cx="431668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</a:t>
            </a:r>
          </a:p>
        </p:txBody>
      </p:sp>
      <p:cxnSp>
        <p:nvCxnSpPr>
          <p:cNvPr id="9253" name="AutoShape 47"/>
          <p:cNvCxnSpPr>
            <a:cxnSpLocks noChangeShapeType="1"/>
            <a:stCxn id="146" idx="6"/>
            <a:endCxn id="9320" idx="1"/>
          </p:cNvCxnSpPr>
          <p:nvPr/>
        </p:nvCxnSpPr>
        <p:spPr bwMode="auto">
          <a:xfrm>
            <a:off x="904610" y="2482853"/>
            <a:ext cx="522817" cy="47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54" name="Text Box 603"/>
          <p:cNvSpPr txBox="1">
            <a:spLocks noChangeArrowheads="1"/>
          </p:cNvSpPr>
          <p:nvPr/>
        </p:nvSpPr>
        <p:spPr bwMode="gray">
          <a:xfrm>
            <a:off x="6404504" y="2246314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9255" name="Text Box 603"/>
          <p:cNvSpPr txBox="1">
            <a:spLocks noChangeArrowheads="1"/>
          </p:cNvSpPr>
          <p:nvPr/>
        </p:nvSpPr>
        <p:spPr bwMode="gray">
          <a:xfrm>
            <a:off x="5917804" y="2073276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grpSp>
        <p:nvGrpSpPr>
          <p:cNvPr id="9256" name="Group 160"/>
          <p:cNvGrpSpPr>
            <a:grpSpLocks/>
          </p:cNvGrpSpPr>
          <p:nvPr/>
        </p:nvGrpSpPr>
        <p:grpSpPr bwMode="auto">
          <a:xfrm>
            <a:off x="4901406" y="5351466"/>
            <a:ext cx="1052513" cy="574675"/>
            <a:chOff x="4872" y="1050"/>
            <a:chExt cx="498" cy="328"/>
          </a:xfrm>
        </p:grpSpPr>
        <p:sp>
          <p:nvSpPr>
            <p:cNvPr id="9260" name="Rectangle 16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/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무결성 점검</a:t>
              </a:r>
              <a:endParaRPr kumimoji="0"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pPr latinLnBrk="0"/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(Virus</a:t>
              </a: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검색 및 치료</a:t>
              </a: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  <a:endPara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9261" name="Rectangle 16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9262" name="Rectangle 16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9263" name="Rectangle 16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9</a:t>
              </a:r>
            </a:p>
          </p:txBody>
        </p:sp>
        <p:sp>
          <p:nvSpPr>
            <p:cNvPr id="158" name="Line 16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9257" name="AutoShape 174"/>
          <p:cNvCxnSpPr>
            <a:cxnSpLocks noChangeShapeType="1"/>
            <a:stCxn id="9260" idx="1"/>
            <a:endCxn id="9275" idx="3"/>
          </p:cNvCxnSpPr>
          <p:nvPr/>
        </p:nvCxnSpPr>
        <p:spPr bwMode="auto">
          <a:xfrm flipH="1">
            <a:off x="4204893" y="5643563"/>
            <a:ext cx="69651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58" name="Text Box 603"/>
          <p:cNvSpPr txBox="1">
            <a:spLocks noChangeArrowheads="1"/>
          </p:cNvSpPr>
          <p:nvPr/>
        </p:nvSpPr>
        <p:spPr bwMode="gray">
          <a:xfrm>
            <a:off x="1430867" y="4625976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9259" name="Text Box 603"/>
          <p:cNvSpPr txBox="1">
            <a:spLocks noChangeArrowheads="1"/>
          </p:cNvSpPr>
          <p:nvPr/>
        </p:nvSpPr>
        <p:spPr bwMode="gray">
          <a:xfrm>
            <a:off x="1704315" y="4425951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sp>
        <p:nvSpPr>
          <p:cNvPr id="109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5193026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직사각형 28"/>
          <p:cNvSpPr>
            <a:spLocks noChangeArrowheads="1"/>
          </p:cNvSpPr>
          <p:nvPr/>
        </p:nvSpPr>
        <p:spPr bwMode="auto">
          <a:xfrm>
            <a:off x="467783" y="823916"/>
            <a:ext cx="8992791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(3) FAB PC Device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제어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설치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 [FAB PC Device Control S/W Setup Process]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보안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설치 시 아래와 같은 절차를 따른다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grpSp>
        <p:nvGrpSpPr>
          <p:cNvPr id="10244" name="Group 70"/>
          <p:cNvGrpSpPr>
            <a:grpSpLocks/>
          </p:cNvGrpSpPr>
          <p:nvPr/>
        </p:nvGrpSpPr>
        <p:grpSpPr bwMode="auto">
          <a:xfrm>
            <a:off x="1248570" y="1736727"/>
            <a:ext cx="1052513" cy="574675"/>
            <a:chOff x="4872" y="1050"/>
            <a:chExt cx="498" cy="328"/>
          </a:xfrm>
        </p:grpSpPr>
        <p:sp>
          <p:nvSpPr>
            <p:cNvPr id="10326" name="Rectangle 7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Fab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설치</a:t>
              </a: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(SEP)</a:t>
              </a:r>
            </a:p>
          </p:txBody>
        </p:sp>
        <p:sp>
          <p:nvSpPr>
            <p:cNvPr id="10327" name="Rectangle 7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Portal</a:t>
              </a: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328" name="Rectangle 73"/>
            <p:cNvSpPr>
              <a:spLocks noChangeArrowheads="1"/>
            </p:cNvSpPr>
            <p:nvPr/>
          </p:nvSpPr>
          <p:spPr bwMode="gray">
            <a:xfrm>
              <a:off x="5008" y="1050"/>
              <a:ext cx="362" cy="7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0329" name="Rectangle 74"/>
            <p:cNvSpPr>
              <a:spLocks noChangeArrowheads="1"/>
            </p:cNvSpPr>
            <p:nvPr/>
          </p:nvSpPr>
          <p:spPr bwMode="gray">
            <a:xfrm>
              <a:off x="4872" y="1050"/>
              <a:ext cx="136" cy="7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</a:t>
              </a:r>
            </a:p>
          </p:txBody>
        </p:sp>
        <p:sp>
          <p:nvSpPr>
            <p:cNvPr id="10330" name="Line 7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38" name="Oval 558"/>
          <p:cNvSpPr>
            <a:spLocks noChangeArrowheads="1"/>
          </p:cNvSpPr>
          <p:nvPr/>
        </p:nvSpPr>
        <p:spPr bwMode="auto">
          <a:xfrm>
            <a:off x="433389" y="1808163"/>
            <a:ext cx="467783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</a:t>
            </a:r>
          </a:p>
        </p:txBody>
      </p:sp>
      <p:sp>
        <p:nvSpPr>
          <p:cNvPr id="139" name="Oval 558"/>
          <p:cNvSpPr>
            <a:spLocks noChangeArrowheads="1"/>
          </p:cNvSpPr>
          <p:nvPr/>
        </p:nvSpPr>
        <p:spPr bwMode="auto">
          <a:xfrm>
            <a:off x="467785" y="5788025"/>
            <a:ext cx="467783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</a:t>
            </a:r>
          </a:p>
        </p:txBody>
      </p:sp>
      <p:grpSp>
        <p:nvGrpSpPr>
          <p:cNvPr id="10247" name="Group 591"/>
          <p:cNvGrpSpPr>
            <a:grpSpLocks/>
          </p:cNvGrpSpPr>
          <p:nvPr/>
        </p:nvGrpSpPr>
        <p:grpSpPr bwMode="auto">
          <a:xfrm>
            <a:off x="4022593" y="1736727"/>
            <a:ext cx="1052513" cy="574675"/>
            <a:chOff x="2026" y="981"/>
            <a:chExt cx="498" cy="338"/>
          </a:xfrm>
        </p:grpSpPr>
        <p:sp>
          <p:nvSpPr>
            <p:cNvPr id="10322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정책요청</a:t>
              </a:r>
            </a:p>
            <a:p>
              <a:pPr latinLnBrk="0">
                <a:buFont typeface="Wingdings" pitchFamily="2" charset="2"/>
                <a:buNone/>
              </a:pP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(</a:t>
              </a: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장치</a:t>
              </a: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연결</a:t>
              </a: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Port)</a:t>
              </a:r>
            </a:p>
          </p:txBody>
        </p:sp>
        <p:sp>
          <p:nvSpPr>
            <p:cNvPr id="10323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, Mail</a:t>
              </a:r>
              <a:endPara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324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0325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2</a:t>
              </a:r>
            </a:p>
          </p:txBody>
        </p:sp>
      </p:grpSp>
      <p:grpSp>
        <p:nvGrpSpPr>
          <p:cNvPr id="10248" name="Group 591"/>
          <p:cNvGrpSpPr>
            <a:grpSpLocks/>
          </p:cNvGrpSpPr>
          <p:nvPr/>
        </p:nvGrpSpPr>
        <p:grpSpPr bwMode="auto">
          <a:xfrm>
            <a:off x="5486135" y="1736727"/>
            <a:ext cx="1052513" cy="574675"/>
            <a:chOff x="2026" y="981"/>
            <a:chExt cx="498" cy="338"/>
          </a:xfrm>
        </p:grpSpPr>
        <p:sp>
          <p:nvSpPr>
            <p:cNvPr id="10318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정책 변경</a:t>
              </a:r>
            </a:p>
          </p:txBody>
        </p:sp>
        <p:sp>
          <p:nvSpPr>
            <p:cNvPr id="10319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SEPM</a:t>
              </a:r>
            </a:p>
          </p:txBody>
        </p:sp>
        <p:sp>
          <p:nvSpPr>
            <p:cNvPr id="10320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SM</a:t>
              </a:r>
            </a:p>
          </p:txBody>
        </p:sp>
        <p:sp>
          <p:nvSpPr>
            <p:cNvPr id="10321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3</a:t>
              </a:r>
            </a:p>
          </p:txBody>
        </p:sp>
      </p:grpSp>
      <p:cxnSp>
        <p:nvCxnSpPr>
          <p:cNvPr id="10249" name="AutoShape 98"/>
          <p:cNvCxnSpPr>
            <a:cxnSpLocks noChangeShapeType="1"/>
            <a:stCxn id="10326" idx="3"/>
            <a:endCxn id="10252" idx="1"/>
          </p:cNvCxnSpPr>
          <p:nvPr/>
        </p:nvCxnSpPr>
        <p:spPr bwMode="auto">
          <a:xfrm flipV="1">
            <a:off x="2301083" y="2024063"/>
            <a:ext cx="333640" cy="47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50" name="AutoShape 98"/>
          <p:cNvCxnSpPr>
            <a:cxnSpLocks noChangeShapeType="1"/>
            <a:stCxn id="10322" idx="3"/>
            <a:endCxn id="10318" idx="1"/>
          </p:cNvCxnSpPr>
          <p:nvPr/>
        </p:nvCxnSpPr>
        <p:spPr bwMode="auto">
          <a:xfrm>
            <a:off x="5075106" y="2025650"/>
            <a:ext cx="41103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51" name="AutoShape 98"/>
          <p:cNvCxnSpPr>
            <a:cxnSpLocks noChangeShapeType="1"/>
            <a:stCxn id="138" idx="6"/>
            <a:endCxn id="10326" idx="1"/>
          </p:cNvCxnSpPr>
          <p:nvPr/>
        </p:nvCxnSpPr>
        <p:spPr bwMode="auto">
          <a:xfrm>
            <a:off x="901171" y="2024063"/>
            <a:ext cx="347398" cy="47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52" name="AutoShape 55"/>
          <p:cNvSpPr>
            <a:spLocks noChangeArrowheads="1"/>
          </p:cNvSpPr>
          <p:nvPr/>
        </p:nvSpPr>
        <p:spPr bwMode="auto">
          <a:xfrm>
            <a:off x="2634722" y="1743077"/>
            <a:ext cx="753269" cy="561975"/>
          </a:xfrm>
          <a:prstGeom prst="flowChartDecision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정책 변경</a:t>
            </a:r>
          </a:p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필요</a:t>
            </a: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?</a:t>
            </a:r>
          </a:p>
        </p:txBody>
      </p:sp>
      <p:sp>
        <p:nvSpPr>
          <p:cNvPr id="10253" name="Text Box 603"/>
          <p:cNvSpPr txBox="1">
            <a:spLocks noChangeArrowheads="1"/>
          </p:cNvSpPr>
          <p:nvPr/>
        </p:nvSpPr>
        <p:spPr bwMode="gray">
          <a:xfrm>
            <a:off x="3387990" y="1797051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cxnSp>
        <p:nvCxnSpPr>
          <p:cNvPr id="10254" name="AutoShape 98"/>
          <p:cNvCxnSpPr>
            <a:cxnSpLocks noChangeShapeType="1"/>
            <a:stCxn id="10252" idx="3"/>
            <a:endCxn id="10322" idx="1"/>
          </p:cNvCxnSpPr>
          <p:nvPr/>
        </p:nvCxnSpPr>
        <p:spPr bwMode="auto">
          <a:xfrm>
            <a:off x="3387989" y="2024063"/>
            <a:ext cx="634604" cy="15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55" name="Text Box 603"/>
          <p:cNvSpPr txBox="1">
            <a:spLocks noChangeArrowheads="1"/>
          </p:cNvSpPr>
          <p:nvPr/>
        </p:nvSpPr>
        <p:spPr bwMode="gray">
          <a:xfrm>
            <a:off x="2746509" y="2290764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cxnSp>
        <p:nvCxnSpPr>
          <p:cNvPr id="10256" name="AutoShape 87"/>
          <p:cNvCxnSpPr>
            <a:cxnSpLocks noChangeShapeType="1"/>
            <a:stCxn id="10252" idx="2"/>
            <a:endCxn id="10292" idx="0"/>
          </p:cNvCxnSpPr>
          <p:nvPr/>
        </p:nvCxnSpPr>
        <p:spPr bwMode="auto">
          <a:xfrm rot="16200000" flipH="1">
            <a:off x="2834351" y="2482058"/>
            <a:ext cx="498475" cy="144463"/>
          </a:xfrm>
          <a:prstGeom prst="bentConnector3">
            <a:avLst>
              <a:gd name="adj1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cxnSp>
      <p:cxnSp>
        <p:nvCxnSpPr>
          <p:cNvPr id="10257" name="AutoShape 88"/>
          <p:cNvCxnSpPr>
            <a:cxnSpLocks noChangeShapeType="1"/>
            <a:stCxn id="10252" idx="2"/>
          </p:cNvCxnSpPr>
          <p:nvPr/>
        </p:nvCxnSpPr>
        <p:spPr bwMode="auto">
          <a:xfrm flipH="1">
            <a:off x="3011356" y="2305053"/>
            <a:ext cx="0" cy="498475"/>
          </a:xfrm>
          <a:prstGeom prst="straightConnector1">
            <a:avLst/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58" name="AutoShape 89"/>
          <p:cNvCxnSpPr>
            <a:cxnSpLocks noChangeShapeType="1"/>
            <a:stCxn id="10319" idx="2"/>
          </p:cNvCxnSpPr>
          <p:nvPr/>
        </p:nvCxnSpPr>
        <p:spPr bwMode="auto">
          <a:xfrm rot="5400000">
            <a:off x="4397574" y="925183"/>
            <a:ext cx="228600" cy="3001036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59" name="AutoShape 55"/>
          <p:cNvSpPr>
            <a:spLocks noChangeArrowheads="1"/>
          </p:cNvSpPr>
          <p:nvPr/>
        </p:nvSpPr>
        <p:spPr bwMode="auto">
          <a:xfrm>
            <a:off x="2634722" y="3821116"/>
            <a:ext cx="753269" cy="561975"/>
          </a:xfrm>
          <a:prstGeom prst="flowChartDecision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설비 정상</a:t>
            </a: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?</a:t>
            </a:r>
          </a:p>
        </p:txBody>
      </p:sp>
      <p:cxnSp>
        <p:nvCxnSpPr>
          <p:cNvPr id="10260" name="AutoShape 91"/>
          <p:cNvCxnSpPr>
            <a:cxnSpLocks noChangeShapeType="1"/>
            <a:stCxn id="10291" idx="2"/>
            <a:endCxn id="10259" idx="0"/>
          </p:cNvCxnSpPr>
          <p:nvPr/>
        </p:nvCxnSpPr>
        <p:spPr bwMode="auto">
          <a:xfrm>
            <a:off x="3011356" y="3378201"/>
            <a:ext cx="0" cy="442913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61" name="Text Box 603"/>
          <p:cNvSpPr txBox="1">
            <a:spLocks noChangeArrowheads="1"/>
          </p:cNvSpPr>
          <p:nvPr/>
        </p:nvSpPr>
        <p:spPr bwMode="gray">
          <a:xfrm>
            <a:off x="2421467" y="3827464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10262" name="Text Box 603"/>
          <p:cNvSpPr txBox="1">
            <a:spLocks noChangeArrowheads="1"/>
          </p:cNvSpPr>
          <p:nvPr/>
        </p:nvSpPr>
        <p:spPr bwMode="gray">
          <a:xfrm>
            <a:off x="3291681" y="3827464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grpSp>
        <p:nvGrpSpPr>
          <p:cNvPr id="10263" name="Group 591"/>
          <p:cNvGrpSpPr>
            <a:grpSpLocks/>
          </p:cNvGrpSpPr>
          <p:nvPr/>
        </p:nvGrpSpPr>
        <p:grpSpPr bwMode="auto">
          <a:xfrm>
            <a:off x="4022593" y="3814766"/>
            <a:ext cx="1052513" cy="574675"/>
            <a:chOff x="2026" y="981"/>
            <a:chExt cx="498" cy="338"/>
          </a:xfrm>
        </p:grpSpPr>
        <p:sp>
          <p:nvSpPr>
            <p:cNvPr id="10314" name="Rectangle 592"/>
            <p:cNvSpPr>
              <a:spLocks noChangeArrowheads="1"/>
            </p:cNvSpPr>
            <p:nvPr/>
          </p:nvSpPr>
          <p:spPr bwMode="gray">
            <a:xfrm>
              <a:off x="2026" y="1051"/>
              <a:ext cx="498" cy="2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삭제요청</a:t>
              </a:r>
            </a:p>
          </p:txBody>
        </p:sp>
        <p:sp>
          <p:nvSpPr>
            <p:cNvPr id="10315" name="Rectangle 593"/>
            <p:cNvSpPr>
              <a:spLocks noChangeArrowheads="1"/>
            </p:cNvSpPr>
            <p:nvPr/>
          </p:nvSpPr>
          <p:spPr bwMode="gray">
            <a:xfrm>
              <a:off x="2026" y="1251"/>
              <a:ext cx="498" cy="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, Mail</a:t>
              </a:r>
            </a:p>
          </p:txBody>
        </p:sp>
        <p:sp>
          <p:nvSpPr>
            <p:cNvPr id="10316" name="Rectangle 594"/>
            <p:cNvSpPr>
              <a:spLocks noChangeArrowheads="1"/>
            </p:cNvSpPr>
            <p:nvPr/>
          </p:nvSpPr>
          <p:spPr bwMode="gray">
            <a:xfrm>
              <a:off x="2162" y="981"/>
              <a:ext cx="362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0317" name="Rectangle 595"/>
            <p:cNvSpPr>
              <a:spLocks noChangeArrowheads="1"/>
            </p:cNvSpPr>
            <p:nvPr/>
          </p:nvSpPr>
          <p:spPr bwMode="gray">
            <a:xfrm>
              <a:off x="2026" y="981"/>
              <a:ext cx="136" cy="7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latinLnBrk="0">
                <a:buFont typeface="Wingdings" pitchFamily="2" charset="2"/>
                <a:buNone/>
              </a:pPr>
              <a:r>
                <a:rPr kumimoji="0"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5</a:t>
              </a:r>
            </a:p>
          </p:txBody>
        </p:sp>
      </p:grpSp>
      <p:cxnSp>
        <p:nvCxnSpPr>
          <p:cNvPr id="10264" name="AutoShape 99"/>
          <p:cNvCxnSpPr>
            <a:cxnSpLocks noChangeShapeType="1"/>
            <a:stCxn id="10259" idx="3"/>
            <a:endCxn id="10314" idx="1"/>
          </p:cNvCxnSpPr>
          <p:nvPr/>
        </p:nvCxnSpPr>
        <p:spPr bwMode="auto">
          <a:xfrm>
            <a:off x="3387989" y="4102100"/>
            <a:ext cx="634604" cy="1588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265" name="Group 110"/>
          <p:cNvGrpSpPr>
            <a:grpSpLocks/>
          </p:cNvGrpSpPr>
          <p:nvPr/>
        </p:nvGrpSpPr>
        <p:grpSpPr bwMode="auto">
          <a:xfrm>
            <a:off x="5486135" y="3814763"/>
            <a:ext cx="1052513" cy="576262"/>
            <a:chOff x="4872" y="1050"/>
            <a:chExt cx="498" cy="328"/>
          </a:xfrm>
        </p:grpSpPr>
        <p:sp>
          <p:nvSpPr>
            <p:cNvPr id="10309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삭제</a:t>
              </a:r>
            </a:p>
          </p:txBody>
        </p:sp>
        <p:sp>
          <p:nvSpPr>
            <p:cNvPr id="10310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SEPM</a:t>
              </a:r>
            </a:p>
          </p:txBody>
        </p:sp>
        <p:sp>
          <p:nvSpPr>
            <p:cNvPr id="10311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IT Service Desk</a:t>
              </a:r>
            </a:p>
          </p:txBody>
        </p:sp>
        <p:sp>
          <p:nvSpPr>
            <p:cNvPr id="10312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6</a:t>
              </a:r>
            </a:p>
          </p:txBody>
        </p:sp>
        <p:sp>
          <p:nvSpPr>
            <p:cNvPr id="10313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0266" name="AutoShape 106"/>
          <p:cNvCxnSpPr>
            <a:cxnSpLocks noChangeShapeType="1"/>
            <a:stCxn id="10259" idx="1"/>
          </p:cNvCxnSpPr>
          <p:nvPr/>
        </p:nvCxnSpPr>
        <p:spPr bwMode="auto">
          <a:xfrm rot="10800000" flipV="1">
            <a:off x="1774825" y="4102103"/>
            <a:ext cx="859896" cy="1901825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267" name="Group 110"/>
          <p:cNvGrpSpPr>
            <a:grpSpLocks/>
          </p:cNvGrpSpPr>
          <p:nvPr/>
        </p:nvGrpSpPr>
        <p:grpSpPr bwMode="auto">
          <a:xfrm>
            <a:off x="6929043" y="4772028"/>
            <a:ext cx="1054232" cy="576263"/>
            <a:chOff x="4872" y="1050"/>
            <a:chExt cx="498" cy="328"/>
          </a:xfrm>
        </p:grpSpPr>
        <p:sp>
          <p:nvSpPr>
            <p:cNvPr id="10304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 원인 해결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방안 논의</a:t>
              </a:r>
            </a:p>
          </p:txBody>
        </p:sp>
        <p:sp>
          <p:nvSpPr>
            <p:cNvPr id="10305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306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307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8</a:t>
              </a:r>
            </a:p>
          </p:txBody>
        </p:sp>
        <p:sp>
          <p:nvSpPr>
            <p:cNvPr id="10308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0268" name="Group 121"/>
          <p:cNvGrpSpPr>
            <a:grpSpLocks/>
          </p:cNvGrpSpPr>
          <p:nvPr/>
        </p:nvGrpSpPr>
        <p:grpSpPr bwMode="auto">
          <a:xfrm>
            <a:off x="6929043" y="3814763"/>
            <a:ext cx="1054232" cy="576262"/>
            <a:chOff x="4872" y="1050"/>
            <a:chExt cx="498" cy="328"/>
          </a:xfrm>
        </p:grpSpPr>
        <p:sp>
          <p:nvSpPr>
            <p:cNvPr id="10299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원인 파악</a:t>
              </a:r>
            </a:p>
          </p:txBody>
        </p:sp>
        <p:sp>
          <p:nvSpPr>
            <p:cNvPr id="10300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301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SM</a:t>
              </a:r>
            </a:p>
          </p:txBody>
        </p:sp>
        <p:sp>
          <p:nvSpPr>
            <p:cNvPr id="10302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7</a:t>
              </a:r>
            </a:p>
          </p:txBody>
        </p:sp>
        <p:sp>
          <p:nvSpPr>
            <p:cNvPr id="202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sp>
        <p:nvSpPr>
          <p:cNvPr id="10269" name="AutoShape 55"/>
          <p:cNvSpPr>
            <a:spLocks noChangeArrowheads="1"/>
          </p:cNvSpPr>
          <p:nvPr/>
        </p:nvSpPr>
        <p:spPr bwMode="auto">
          <a:xfrm>
            <a:off x="7073505" y="5722941"/>
            <a:ext cx="753269" cy="561975"/>
          </a:xfrm>
          <a:prstGeom prst="flowChartDecision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장애 원인</a:t>
            </a:r>
          </a:p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조치 가능</a:t>
            </a: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?</a:t>
            </a:r>
          </a:p>
        </p:txBody>
      </p:sp>
      <p:cxnSp>
        <p:nvCxnSpPr>
          <p:cNvPr id="10270" name="AutoShape 120"/>
          <p:cNvCxnSpPr>
            <a:cxnSpLocks noChangeShapeType="1"/>
            <a:stCxn id="10305" idx="2"/>
            <a:endCxn id="10269" idx="0"/>
          </p:cNvCxnSpPr>
          <p:nvPr/>
        </p:nvCxnSpPr>
        <p:spPr bwMode="auto">
          <a:xfrm flipH="1">
            <a:off x="7450139" y="5348288"/>
            <a:ext cx="6879" cy="3746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71" name="AutoShape 121"/>
          <p:cNvCxnSpPr>
            <a:cxnSpLocks noChangeShapeType="1"/>
            <a:stCxn id="10269" idx="3"/>
            <a:endCxn id="10284" idx="2"/>
          </p:cNvCxnSpPr>
          <p:nvPr/>
        </p:nvCxnSpPr>
        <p:spPr bwMode="auto">
          <a:xfrm flipV="1">
            <a:off x="7826772" y="3484563"/>
            <a:ext cx="1107546" cy="2519362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72" name="Text Box 603"/>
          <p:cNvSpPr txBox="1">
            <a:spLocks noChangeArrowheads="1"/>
          </p:cNvSpPr>
          <p:nvPr/>
        </p:nvSpPr>
        <p:spPr bwMode="gray">
          <a:xfrm>
            <a:off x="6784579" y="5819776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sp>
        <p:nvSpPr>
          <p:cNvPr id="10273" name="Text Box 603"/>
          <p:cNvSpPr txBox="1">
            <a:spLocks noChangeArrowheads="1"/>
          </p:cNvSpPr>
          <p:nvPr/>
        </p:nvSpPr>
        <p:spPr bwMode="gray">
          <a:xfrm>
            <a:off x="7826773" y="5773739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cxnSp>
        <p:nvCxnSpPr>
          <p:cNvPr id="10274" name="AutoShape 124"/>
          <p:cNvCxnSpPr>
            <a:cxnSpLocks noChangeShapeType="1"/>
            <a:stCxn id="10294" idx="1"/>
            <a:endCxn id="139" idx="6"/>
          </p:cNvCxnSpPr>
          <p:nvPr/>
        </p:nvCxnSpPr>
        <p:spPr bwMode="auto">
          <a:xfrm rot="10800000">
            <a:off x="935568" y="6003925"/>
            <a:ext cx="1549533" cy="1588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275" name="Group 110"/>
          <p:cNvGrpSpPr>
            <a:grpSpLocks/>
          </p:cNvGrpSpPr>
          <p:nvPr/>
        </p:nvGrpSpPr>
        <p:grpSpPr bwMode="auto">
          <a:xfrm>
            <a:off x="2485101" y="5713413"/>
            <a:ext cx="1054232" cy="576262"/>
            <a:chOff x="4872" y="1050"/>
            <a:chExt cx="498" cy="328"/>
          </a:xfrm>
        </p:grpSpPr>
        <p:sp>
          <p:nvSpPr>
            <p:cNvPr id="10294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물리적 봉인</a:t>
              </a: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(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봉인지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, USB Locker)</a:t>
              </a:r>
            </a:p>
          </p:txBody>
        </p:sp>
        <p:sp>
          <p:nvSpPr>
            <p:cNvPr id="10295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296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297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9</a:t>
              </a:r>
            </a:p>
          </p:txBody>
        </p:sp>
        <p:sp>
          <p:nvSpPr>
            <p:cNvPr id="10298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0276" name="AutoShape 131"/>
          <p:cNvCxnSpPr>
            <a:cxnSpLocks noChangeShapeType="1"/>
            <a:stCxn id="10269" idx="1"/>
            <a:endCxn id="10294" idx="3"/>
          </p:cNvCxnSpPr>
          <p:nvPr/>
        </p:nvCxnSpPr>
        <p:spPr bwMode="auto">
          <a:xfrm rot="10800000" flipV="1">
            <a:off x="3539333" y="6003925"/>
            <a:ext cx="3534172" cy="1588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77" name="AutoShape 132"/>
          <p:cNvCxnSpPr>
            <a:cxnSpLocks noChangeShapeType="1"/>
            <a:stCxn id="10300" idx="2"/>
            <a:endCxn id="10308" idx="0"/>
          </p:cNvCxnSpPr>
          <p:nvPr/>
        </p:nvCxnSpPr>
        <p:spPr bwMode="auto">
          <a:xfrm>
            <a:off x="7457017" y="4391025"/>
            <a:ext cx="0" cy="3810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78" name="AutoShape 133"/>
          <p:cNvCxnSpPr>
            <a:cxnSpLocks noChangeShapeType="1"/>
            <a:stCxn id="10309" idx="3"/>
            <a:endCxn id="10299" idx="1"/>
          </p:cNvCxnSpPr>
          <p:nvPr/>
        </p:nvCxnSpPr>
        <p:spPr bwMode="auto">
          <a:xfrm>
            <a:off x="6538650" y="4106863"/>
            <a:ext cx="390393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279" name="Group 135"/>
          <p:cNvGrpSpPr>
            <a:grpSpLocks/>
          </p:cNvGrpSpPr>
          <p:nvPr/>
        </p:nvGrpSpPr>
        <p:grpSpPr bwMode="auto">
          <a:xfrm>
            <a:off x="2483381" y="2803528"/>
            <a:ext cx="1055952" cy="574675"/>
            <a:chOff x="2294" y="2258"/>
            <a:chExt cx="614" cy="362"/>
          </a:xfrm>
        </p:grpSpPr>
        <p:grpSp>
          <p:nvGrpSpPr>
            <p:cNvPr id="10288" name="Group 591"/>
            <p:cNvGrpSpPr>
              <a:grpSpLocks/>
            </p:cNvGrpSpPr>
            <p:nvPr/>
          </p:nvGrpSpPr>
          <p:grpSpPr bwMode="auto">
            <a:xfrm>
              <a:off x="2295" y="2258"/>
              <a:ext cx="612" cy="362"/>
              <a:chOff x="2026" y="981"/>
              <a:chExt cx="498" cy="338"/>
            </a:xfrm>
          </p:grpSpPr>
          <p:sp>
            <p:nvSpPr>
              <p:cNvPr id="10290" name="Rectangle 592"/>
              <p:cNvSpPr>
                <a:spLocks noChangeArrowheads="1"/>
              </p:cNvSpPr>
              <p:nvPr/>
            </p:nvSpPr>
            <p:spPr bwMode="gray">
              <a:xfrm>
                <a:off x="2026" y="1051"/>
                <a:ext cx="498" cy="200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latinLnBrk="0">
                  <a:buFont typeface="Wingdings" pitchFamily="2" charset="2"/>
                  <a:buNone/>
                </a:pPr>
                <a:r>
                  <a:rPr kumimoji="0"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설비 정상 작동</a:t>
                </a:r>
              </a:p>
              <a:p>
                <a:pPr latinLnBrk="0">
                  <a:buFont typeface="Wingdings" pitchFamily="2" charset="2"/>
                  <a:buNone/>
                </a:pPr>
                <a:r>
                  <a:rPr kumimoji="0"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여부 확인</a:t>
                </a:r>
              </a:p>
            </p:txBody>
          </p:sp>
          <p:sp>
            <p:nvSpPr>
              <p:cNvPr id="10291" name="Rectangle 593"/>
              <p:cNvSpPr>
                <a:spLocks noChangeArrowheads="1"/>
              </p:cNvSpPr>
              <p:nvPr/>
            </p:nvSpPr>
            <p:spPr bwMode="gray">
              <a:xfrm>
                <a:off x="2026" y="1251"/>
                <a:ext cx="498" cy="68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latinLnBrk="0">
                  <a:buFont typeface="Wingdings" pitchFamily="2" charset="2"/>
                  <a:buNone/>
                </a:pPr>
                <a:r>
                  <a:rPr kumimoji="0"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설비</a:t>
                </a:r>
              </a:p>
            </p:txBody>
          </p:sp>
          <p:sp>
            <p:nvSpPr>
              <p:cNvPr id="10292" name="Rectangle 594"/>
              <p:cNvSpPr>
                <a:spLocks noChangeArrowheads="1"/>
              </p:cNvSpPr>
              <p:nvPr/>
            </p:nvSpPr>
            <p:spPr bwMode="gray">
              <a:xfrm>
                <a:off x="2162" y="981"/>
                <a:ext cx="362" cy="73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r>
                  <a:rPr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현업담당자</a:t>
                </a:r>
              </a:p>
            </p:txBody>
          </p:sp>
          <p:sp>
            <p:nvSpPr>
              <p:cNvPr id="10293" name="Rectangle 595"/>
              <p:cNvSpPr>
                <a:spLocks noChangeArrowheads="1"/>
              </p:cNvSpPr>
              <p:nvPr/>
            </p:nvSpPr>
            <p:spPr bwMode="gray">
              <a:xfrm>
                <a:off x="2026" y="981"/>
                <a:ext cx="136" cy="73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latinLnBrk="0">
                  <a:buFont typeface="Wingdings" pitchFamily="2" charset="2"/>
                  <a:buNone/>
                </a:pPr>
                <a:r>
                  <a:rPr kumimoji="0" lang="en-US" altLang="ko-KR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4</a:t>
                </a:r>
              </a:p>
            </p:txBody>
          </p:sp>
        </p:grpSp>
        <p:sp>
          <p:nvSpPr>
            <p:cNvPr id="10289" name="Rectangle 141"/>
            <p:cNvSpPr>
              <a:spLocks noChangeArrowheads="1"/>
            </p:cNvSpPr>
            <p:nvPr/>
          </p:nvSpPr>
          <p:spPr bwMode="auto">
            <a:xfrm>
              <a:off x="2294" y="2352"/>
              <a:ext cx="61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/>
            <a:p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0280" name="Group 110"/>
          <p:cNvGrpSpPr>
            <a:grpSpLocks/>
          </p:cNvGrpSpPr>
          <p:nvPr/>
        </p:nvGrpSpPr>
        <p:grpSpPr bwMode="auto">
          <a:xfrm>
            <a:off x="8406343" y="2908303"/>
            <a:ext cx="1054233" cy="576263"/>
            <a:chOff x="4872" y="1050"/>
            <a:chExt cx="498" cy="328"/>
          </a:xfrm>
        </p:grpSpPr>
        <p:sp>
          <p:nvSpPr>
            <p:cNvPr id="10283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원인 조치</a:t>
              </a:r>
            </a:p>
          </p:txBody>
        </p:sp>
        <p:sp>
          <p:nvSpPr>
            <p:cNvPr id="10284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설비</a:t>
              </a:r>
            </a:p>
          </p:txBody>
        </p:sp>
        <p:sp>
          <p:nvSpPr>
            <p:cNvPr id="10285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0286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10</a:t>
              </a:r>
            </a:p>
          </p:txBody>
        </p:sp>
        <p:sp>
          <p:nvSpPr>
            <p:cNvPr id="10287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0281" name="AutoShape 148"/>
          <p:cNvCxnSpPr>
            <a:cxnSpLocks noChangeShapeType="1"/>
            <a:stCxn id="10287" idx="0"/>
            <a:endCxn id="10330" idx="0"/>
          </p:cNvCxnSpPr>
          <p:nvPr/>
        </p:nvCxnSpPr>
        <p:spPr bwMode="auto">
          <a:xfrm rot="5400000" flipH="1">
            <a:off x="4768786" y="-1257234"/>
            <a:ext cx="1171575" cy="7159493"/>
          </a:xfrm>
          <a:prstGeom prst="bentConnector3">
            <a:avLst>
              <a:gd name="adj1" fmla="val 119389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82" name="AutoShape 133"/>
          <p:cNvCxnSpPr>
            <a:cxnSpLocks noChangeShapeType="1"/>
            <a:stCxn id="10314" idx="3"/>
            <a:endCxn id="10309" idx="1"/>
          </p:cNvCxnSpPr>
          <p:nvPr/>
        </p:nvCxnSpPr>
        <p:spPr bwMode="auto">
          <a:xfrm>
            <a:off x="5075106" y="4103689"/>
            <a:ext cx="411030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56226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직사각형 28"/>
          <p:cNvSpPr>
            <a:spLocks noChangeArrowheads="1"/>
          </p:cNvSpPr>
          <p:nvPr/>
        </p:nvSpPr>
        <p:spPr bwMode="auto">
          <a:xfrm>
            <a:off x="467783" y="823916"/>
            <a:ext cx="8992791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(4) FAB PC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봉인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 [FAB PC Sealing Process]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봉인 시 아래와 같은 절차를 따른다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grpSp>
        <p:nvGrpSpPr>
          <p:cNvPr id="11268" name="그룹 91232"/>
          <p:cNvGrpSpPr>
            <a:grpSpLocks/>
          </p:cNvGrpSpPr>
          <p:nvPr/>
        </p:nvGrpSpPr>
        <p:grpSpPr bwMode="auto">
          <a:xfrm>
            <a:off x="3596085" y="1830386"/>
            <a:ext cx="1054232" cy="577876"/>
            <a:chOff x="-20639" y="3095626"/>
            <a:chExt cx="1060450" cy="786714"/>
          </a:xfrm>
        </p:grpSpPr>
        <p:sp>
          <p:nvSpPr>
            <p:cNvPr id="11331" name="Rectangle 202"/>
            <p:cNvSpPr>
              <a:spLocks noChangeArrowheads="1"/>
            </p:cNvSpPr>
            <p:nvPr/>
          </p:nvSpPr>
          <p:spPr bwMode="auto">
            <a:xfrm>
              <a:off x="-20639" y="3095626"/>
              <a:ext cx="19685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1</a:t>
              </a:r>
            </a:p>
          </p:txBody>
        </p:sp>
        <p:sp>
          <p:nvSpPr>
            <p:cNvPr id="11332" name="Rectangle 203"/>
            <p:cNvSpPr>
              <a:spLocks noChangeArrowheads="1"/>
            </p:cNvSpPr>
            <p:nvPr/>
          </p:nvSpPr>
          <p:spPr bwMode="auto">
            <a:xfrm>
              <a:off x="176211" y="3095626"/>
              <a:ext cx="858837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333" name="Rectangle 204"/>
            <p:cNvSpPr>
              <a:spLocks noChangeArrowheads="1"/>
            </p:cNvSpPr>
            <p:nvPr/>
          </p:nvSpPr>
          <p:spPr bwMode="auto">
            <a:xfrm>
              <a:off x="1895" y="3697978"/>
              <a:ext cx="841703" cy="184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Fab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내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현황대장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</a:t>
              </a:r>
            </a:p>
          </p:txBody>
        </p:sp>
        <p:sp>
          <p:nvSpPr>
            <p:cNvPr id="11334" name="Line 205"/>
            <p:cNvSpPr>
              <a:spLocks noChangeShapeType="1"/>
            </p:cNvSpPr>
            <p:nvPr/>
          </p:nvSpPr>
          <p:spPr bwMode="auto">
            <a:xfrm>
              <a:off x="-15877" y="3695701"/>
              <a:ext cx="10556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35" name="Rectangle 206"/>
            <p:cNvSpPr>
              <a:spLocks noChangeArrowheads="1"/>
            </p:cNvSpPr>
            <p:nvPr/>
          </p:nvSpPr>
          <p:spPr bwMode="auto">
            <a:xfrm>
              <a:off x="-20639" y="3095626"/>
              <a:ext cx="1055687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신규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등록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1269" name="AutoShape 209"/>
          <p:cNvCxnSpPr>
            <a:cxnSpLocks noChangeShapeType="1"/>
            <a:stCxn id="250" idx="6"/>
            <a:endCxn id="11282" idx="1"/>
          </p:cNvCxnSpPr>
          <p:nvPr/>
        </p:nvCxnSpPr>
        <p:spPr bwMode="auto">
          <a:xfrm>
            <a:off x="865058" y="2119313"/>
            <a:ext cx="91664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270" name="그룹 91231"/>
          <p:cNvGrpSpPr>
            <a:grpSpLocks/>
          </p:cNvGrpSpPr>
          <p:nvPr/>
        </p:nvGrpSpPr>
        <p:grpSpPr bwMode="auto">
          <a:xfrm>
            <a:off x="5532570" y="1830386"/>
            <a:ext cx="1052513" cy="577876"/>
            <a:chOff x="1274761" y="3095626"/>
            <a:chExt cx="1060450" cy="786714"/>
          </a:xfrm>
        </p:grpSpPr>
        <p:sp>
          <p:nvSpPr>
            <p:cNvPr id="11326" name="Rectangle 202"/>
            <p:cNvSpPr>
              <a:spLocks noChangeArrowheads="1"/>
            </p:cNvSpPr>
            <p:nvPr/>
          </p:nvSpPr>
          <p:spPr bwMode="auto">
            <a:xfrm>
              <a:off x="1274761" y="3095626"/>
              <a:ext cx="19685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2</a:t>
              </a:r>
            </a:p>
          </p:txBody>
        </p:sp>
        <p:sp>
          <p:nvSpPr>
            <p:cNvPr id="11327" name="Rectangle 203"/>
            <p:cNvSpPr>
              <a:spLocks noChangeArrowheads="1"/>
            </p:cNvSpPr>
            <p:nvPr/>
          </p:nvSpPr>
          <p:spPr bwMode="auto">
            <a:xfrm>
              <a:off x="1471611" y="3095626"/>
              <a:ext cx="858837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328" name="Rectangle 204"/>
            <p:cNvSpPr>
              <a:spLocks noChangeArrowheads="1"/>
            </p:cNvSpPr>
            <p:nvPr/>
          </p:nvSpPr>
          <p:spPr bwMode="auto">
            <a:xfrm>
              <a:off x="1474948" y="3697978"/>
              <a:ext cx="568512" cy="184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Let’s(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통신문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</a:p>
          </p:txBody>
        </p:sp>
        <p:sp>
          <p:nvSpPr>
            <p:cNvPr id="11329" name="Line 205"/>
            <p:cNvSpPr>
              <a:spLocks noChangeShapeType="1"/>
            </p:cNvSpPr>
            <p:nvPr/>
          </p:nvSpPr>
          <p:spPr bwMode="auto">
            <a:xfrm>
              <a:off x="1279523" y="3695701"/>
              <a:ext cx="10556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30" name="Rectangle 206"/>
            <p:cNvSpPr>
              <a:spLocks noChangeArrowheads="1"/>
            </p:cNvSpPr>
            <p:nvPr/>
          </p:nvSpPr>
          <p:spPr bwMode="auto">
            <a:xfrm>
              <a:off x="1274761" y="3095626"/>
              <a:ext cx="1055687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봉인지 발급 요청</a:t>
              </a:r>
            </a:p>
          </p:txBody>
        </p:sp>
      </p:grpSp>
      <p:sp>
        <p:nvSpPr>
          <p:cNvPr id="11271" name="AutoShape 211"/>
          <p:cNvSpPr>
            <a:spLocks noChangeArrowheads="1"/>
          </p:cNvSpPr>
          <p:nvPr/>
        </p:nvSpPr>
        <p:spPr bwMode="auto">
          <a:xfrm>
            <a:off x="7524089" y="4249741"/>
            <a:ext cx="933846" cy="504825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>
              <a:lnSpc>
                <a:spcPct val="110000"/>
              </a:lnSpc>
              <a:spcBef>
                <a:spcPct val="50000"/>
              </a:spcBef>
            </a:pPr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승인</a:t>
            </a:r>
            <a:endParaRPr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1272" name="AutoShape 209"/>
          <p:cNvCxnSpPr>
            <a:cxnSpLocks noChangeShapeType="1"/>
            <a:stCxn id="11335" idx="3"/>
            <a:endCxn id="11330" idx="1"/>
          </p:cNvCxnSpPr>
          <p:nvPr/>
        </p:nvCxnSpPr>
        <p:spPr bwMode="auto">
          <a:xfrm>
            <a:off x="4646879" y="2119313"/>
            <a:ext cx="885693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73" name="AutoShape 209"/>
          <p:cNvCxnSpPr>
            <a:cxnSpLocks noChangeShapeType="1"/>
            <a:stCxn id="11330" idx="3"/>
            <a:endCxn id="11306" idx="1"/>
          </p:cNvCxnSpPr>
          <p:nvPr/>
        </p:nvCxnSpPr>
        <p:spPr bwMode="auto">
          <a:xfrm>
            <a:off x="6579925" y="2119313"/>
            <a:ext cx="885693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274" name="그룹 91197"/>
          <p:cNvGrpSpPr>
            <a:grpSpLocks/>
          </p:cNvGrpSpPr>
          <p:nvPr/>
        </p:nvGrpSpPr>
        <p:grpSpPr bwMode="auto">
          <a:xfrm>
            <a:off x="7469057" y="5403853"/>
            <a:ext cx="1052513" cy="576263"/>
            <a:chOff x="2571748" y="7258052"/>
            <a:chExt cx="1060450" cy="784225"/>
          </a:xfrm>
        </p:grpSpPr>
        <p:sp>
          <p:nvSpPr>
            <p:cNvPr id="11321" name="Rectangle 202"/>
            <p:cNvSpPr>
              <a:spLocks noChangeArrowheads="1"/>
            </p:cNvSpPr>
            <p:nvPr/>
          </p:nvSpPr>
          <p:spPr bwMode="auto">
            <a:xfrm>
              <a:off x="2571748" y="7258052"/>
              <a:ext cx="19685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7</a:t>
              </a:r>
            </a:p>
          </p:txBody>
        </p:sp>
        <p:sp>
          <p:nvSpPr>
            <p:cNvPr id="11322" name="Rectangle 203"/>
            <p:cNvSpPr>
              <a:spLocks noChangeArrowheads="1"/>
            </p:cNvSpPr>
            <p:nvPr/>
          </p:nvSpPr>
          <p:spPr bwMode="auto">
            <a:xfrm>
              <a:off x="2768598" y="7258052"/>
              <a:ext cx="858838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323" name="Rectangle 204"/>
            <p:cNvSpPr>
              <a:spLocks noChangeArrowheads="1"/>
            </p:cNvSpPr>
            <p:nvPr/>
          </p:nvSpPr>
          <p:spPr bwMode="auto">
            <a:xfrm>
              <a:off x="2687947" y="7868814"/>
              <a:ext cx="673494" cy="1675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봉인지 발급대장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24" name="Line 205"/>
            <p:cNvSpPr>
              <a:spLocks noChangeShapeType="1"/>
            </p:cNvSpPr>
            <p:nvPr/>
          </p:nvSpPr>
          <p:spPr bwMode="auto">
            <a:xfrm>
              <a:off x="2576511" y="7858127"/>
              <a:ext cx="10556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25" name="Rectangle 206"/>
            <p:cNvSpPr>
              <a:spLocks noChangeArrowheads="1"/>
            </p:cNvSpPr>
            <p:nvPr/>
          </p:nvSpPr>
          <p:spPr bwMode="auto">
            <a:xfrm>
              <a:off x="2571748" y="7258052"/>
              <a:ext cx="1055688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봉인지 발급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1275" name="그룹 91194"/>
          <p:cNvGrpSpPr>
            <a:grpSpLocks/>
          </p:cNvGrpSpPr>
          <p:nvPr/>
        </p:nvGrpSpPr>
        <p:grpSpPr bwMode="auto">
          <a:xfrm>
            <a:off x="5532570" y="3021010"/>
            <a:ext cx="1052513" cy="577876"/>
            <a:chOff x="-1618458" y="5434014"/>
            <a:chExt cx="1060450" cy="786714"/>
          </a:xfrm>
        </p:grpSpPr>
        <p:sp>
          <p:nvSpPr>
            <p:cNvPr id="11316" name="Rectangle 202"/>
            <p:cNvSpPr>
              <a:spLocks noChangeArrowheads="1"/>
            </p:cNvSpPr>
            <p:nvPr/>
          </p:nvSpPr>
          <p:spPr bwMode="auto">
            <a:xfrm>
              <a:off x="-1618458" y="5434014"/>
              <a:ext cx="217488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5</a:t>
              </a:r>
            </a:p>
          </p:txBody>
        </p:sp>
        <p:sp>
          <p:nvSpPr>
            <p:cNvPr id="11317" name="Rectangle 203"/>
            <p:cNvSpPr>
              <a:spLocks noChangeArrowheads="1"/>
            </p:cNvSpPr>
            <p:nvPr/>
          </p:nvSpPr>
          <p:spPr bwMode="auto">
            <a:xfrm>
              <a:off x="-1400970" y="5434014"/>
              <a:ext cx="83820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318" name="Rectangle 204"/>
            <p:cNvSpPr>
              <a:spLocks noChangeArrowheads="1"/>
            </p:cNvSpPr>
            <p:nvPr/>
          </p:nvSpPr>
          <p:spPr bwMode="auto">
            <a:xfrm>
              <a:off x="-1418273" y="6036366"/>
              <a:ext cx="568512" cy="184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Let’s(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통신문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</a:p>
          </p:txBody>
        </p:sp>
        <p:sp>
          <p:nvSpPr>
            <p:cNvPr id="11319" name="Line 205"/>
            <p:cNvSpPr>
              <a:spLocks noChangeShapeType="1"/>
            </p:cNvSpPr>
            <p:nvPr/>
          </p:nvSpPr>
          <p:spPr bwMode="auto">
            <a:xfrm>
              <a:off x="-1613695" y="6034089"/>
              <a:ext cx="10556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20" name="Rectangle 206"/>
            <p:cNvSpPr>
              <a:spLocks noChangeArrowheads="1"/>
            </p:cNvSpPr>
            <p:nvPr/>
          </p:nvSpPr>
          <p:spPr bwMode="auto">
            <a:xfrm>
              <a:off x="-1618458" y="5434014"/>
              <a:ext cx="1055688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봉인지 재발급 요청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1276" name="AutoShape 209"/>
          <p:cNvCxnSpPr>
            <a:cxnSpLocks noChangeShapeType="1"/>
            <a:stCxn id="11300" idx="3"/>
            <a:endCxn id="11320" idx="1"/>
          </p:cNvCxnSpPr>
          <p:nvPr/>
        </p:nvCxnSpPr>
        <p:spPr bwMode="auto">
          <a:xfrm flipV="1">
            <a:off x="4646879" y="3309938"/>
            <a:ext cx="885693" cy="127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77" name="AutoShape 209"/>
          <p:cNvCxnSpPr>
            <a:cxnSpLocks noChangeShapeType="1"/>
            <a:stCxn id="11320" idx="3"/>
            <a:endCxn id="11306" idx="1"/>
          </p:cNvCxnSpPr>
          <p:nvPr/>
        </p:nvCxnSpPr>
        <p:spPr bwMode="auto">
          <a:xfrm flipV="1">
            <a:off x="6579925" y="2119316"/>
            <a:ext cx="885693" cy="119062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278" name="그룹 91175"/>
          <p:cNvGrpSpPr>
            <a:grpSpLocks/>
          </p:cNvGrpSpPr>
          <p:nvPr/>
        </p:nvGrpSpPr>
        <p:grpSpPr bwMode="auto">
          <a:xfrm>
            <a:off x="5532570" y="4213227"/>
            <a:ext cx="1052513" cy="576310"/>
            <a:chOff x="3540122" y="6149975"/>
            <a:chExt cx="1060450" cy="786996"/>
          </a:xfrm>
        </p:grpSpPr>
        <p:sp>
          <p:nvSpPr>
            <p:cNvPr id="11311" name="Rectangle 202"/>
            <p:cNvSpPr>
              <a:spLocks noChangeArrowheads="1"/>
            </p:cNvSpPr>
            <p:nvPr/>
          </p:nvSpPr>
          <p:spPr bwMode="auto">
            <a:xfrm>
              <a:off x="3540122" y="6149975"/>
              <a:ext cx="19685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6</a:t>
              </a:r>
            </a:p>
          </p:txBody>
        </p:sp>
        <p:sp>
          <p:nvSpPr>
            <p:cNvPr id="11312" name="Rectangle 203"/>
            <p:cNvSpPr>
              <a:spLocks noChangeArrowheads="1"/>
            </p:cNvSpPr>
            <p:nvPr/>
          </p:nvSpPr>
          <p:spPr bwMode="auto">
            <a:xfrm>
              <a:off x="3736972" y="6149975"/>
              <a:ext cx="858837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313" name="Rectangle 204"/>
            <p:cNvSpPr>
              <a:spLocks noChangeArrowheads="1"/>
            </p:cNvSpPr>
            <p:nvPr/>
          </p:nvSpPr>
          <p:spPr bwMode="auto">
            <a:xfrm>
              <a:off x="3577585" y="6752042"/>
              <a:ext cx="814005" cy="18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Fab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내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현황대장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14" name="Line 205"/>
            <p:cNvSpPr>
              <a:spLocks noChangeShapeType="1"/>
            </p:cNvSpPr>
            <p:nvPr/>
          </p:nvSpPr>
          <p:spPr bwMode="auto">
            <a:xfrm>
              <a:off x="3544884" y="6750050"/>
              <a:ext cx="10556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15" name="Rectangle 206"/>
            <p:cNvSpPr>
              <a:spLocks noChangeArrowheads="1"/>
            </p:cNvSpPr>
            <p:nvPr/>
          </p:nvSpPr>
          <p:spPr bwMode="auto">
            <a:xfrm>
              <a:off x="3540122" y="6149975"/>
              <a:ext cx="1055687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봉인지 부착 재검토</a:t>
              </a:r>
            </a:p>
          </p:txBody>
        </p:sp>
      </p:grpSp>
      <p:grpSp>
        <p:nvGrpSpPr>
          <p:cNvPr id="11279" name="그룹 91196"/>
          <p:cNvGrpSpPr>
            <a:grpSpLocks/>
          </p:cNvGrpSpPr>
          <p:nvPr/>
        </p:nvGrpSpPr>
        <p:grpSpPr bwMode="auto">
          <a:xfrm>
            <a:off x="5532572" y="5403853"/>
            <a:ext cx="1054232" cy="576263"/>
            <a:chOff x="534986" y="7258052"/>
            <a:chExt cx="1060450" cy="784225"/>
          </a:xfrm>
        </p:grpSpPr>
        <p:sp>
          <p:nvSpPr>
            <p:cNvPr id="11307" name="Rectangle 202"/>
            <p:cNvSpPr>
              <a:spLocks noChangeArrowheads="1"/>
            </p:cNvSpPr>
            <p:nvPr/>
          </p:nvSpPr>
          <p:spPr bwMode="auto">
            <a:xfrm>
              <a:off x="534986" y="7258052"/>
              <a:ext cx="21590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8</a:t>
              </a:r>
            </a:p>
          </p:txBody>
        </p:sp>
        <p:sp>
          <p:nvSpPr>
            <p:cNvPr id="11308" name="Rectangle 203"/>
            <p:cNvSpPr>
              <a:spLocks noChangeArrowheads="1"/>
            </p:cNvSpPr>
            <p:nvPr/>
          </p:nvSpPr>
          <p:spPr bwMode="auto">
            <a:xfrm>
              <a:off x="750886" y="7258052"/>
              <a:ext cx="839787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309" name="Line 205"/>
            <p:cNvSpPr>
              <a:spLocks noChangeShapeType="1"/>
            </p:cNvSpPr>
            <p:nvPr/>
          </p:nvSpPr>
          <p:spPr bwMode="auto">
            <a:xfrm>
              <a:off x="539748" y="7858127"/>
              <a:ext cx="10556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10" name="Rectangle 206"/>
            <p:cNvSpPr>
              <a:spLocks noChangeArrowheads="1"/>
            </p:cNvSpPr>
            <p:nvPr/>
          </p:nvSpPr>
          <p:spPr bwMode="auto">
            <a:xfrm>
              <a:off x="534986" y="7258052"/>
              <a:ext cx="1055687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작업 수행</a:t>
              </a:r>
              <a:b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</a:b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/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봉인지 부착</a:t>
              </a:r>
            </a:p>
          </p:txBody>
        </p:sp>
      </p:grpSp>
      <p:cxnSp>
        <p:nvCxnSpPr>
          <p:cNvPr id="11280" name="AutoShape 209"/>
          <p:cNvCxnSpPr>
            <a:cxnSpLocks noChangeShapeType="1"/>
            <a:stCxn id="11325" idx="1"/>
            <a:endCxn id="11310" idx="3"/>
          </p:cNvCxnSpPr>
          <p:nvPr/>
        </p:nvCxnSpPr>
        <p:spPr bwMode="auto">
          <a:xfrm flipH="1">
            <a:off x="6581643" y="5692775"/>
            <a:ext cx="887413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81" name="AutoShape 209"/>
          <p:cNvCxnSpPr>
            <a:cxnSpLocks noChangeShapeType="1"/>
            <a:stCxn id="11310" idx="1"/>
            <a:endCxn id="251" idx="6"/>
          </p:cNvCxnSpPr>
          <p:nvPr/>
        </p:nvCxnSpPr>
        <p:spPr bwMode="auto">
          <a:xfrm flipH="1">
            <a:off x="916649" y="5692775"/>
            <a:ext cx="4615921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282" name="AutoShape 211"/>
          <p:cNvSpPr>
            <a:spLocks noChangeArrowheads="1"/>
          </p:cNvSpPr>
          <p:nvPr/>
        </p:nvSpPr>
        <p:spPr bwMode="auto">
          <a:xfrm>
            <a:off x="1781706" y="1866903"/>
            <a:ext cx="933847" cy="504825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신규 발급</a:t>
            </a:r>
          </a:p>
          <a:p>
            <a:pPr algn="ctr"/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여부</a:t>
            </a:r>
          </a:p>
        </p:txBody>
      </p:sp>
      <p:cxnSp>
        <p:nvCxnSpPr>
          <p:cNvPr id="11283" name="AutoShape 209"/>
          <p:cNvCxnSpPr>
            <a:cxnSpLocks noChangeShapeType="1"/>
            <a:stCxn id="11282" idx="3"/>
            <a:endCxn id="11335" idx="1"/>
          </p:cNvCxnSpPr>
          <p:nvPr/>
        </p:nvCxnSpPr>
        <p:spPr bwMode="auto">
          <a:xfrm>
            <a:off x="2715553" y="2119313"/>
            <a:ext cx="880533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284" name="그룹 91198"/>
          <p:cNvGrpSpPr>
            <a:grpSpLocks/>
          </p:cNvGrpSpPr>
          <p:nvPr/>
        </p:nvGrpSpPr>
        <p:grpSpPr bwMode="auto">
          <a:xfrm>
            <a:off x="7465617" y="1830386"/>
            <a:ext cx="1052513" cy="577876"/>
            <a:chOff x="2479673" y="3095625"/>
            <a:chExt cx="1060450" cy="786717"/>
          </a:xfrm>
        </p:grpSpPr>
        <p:sp>
          <p:nvSpPr>
            <p:cNvPr id="11302" name="Rectangle 202"/>
            <p:cNvSpPr>
              <a:spLocks noChangeArrowheads="1"/>
            </p:cNvSpPr>
            <p:nvPr/>
          </p:nvSpPr>
          <p:spPr bwMode="auto">
            <a:xfrm>
              <a:off x="2479673" y="3095627"/>
              <a:ext cx="21590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3</a:t>
              </a:r>
            </a:p>
          </p:txBody>
        </p:sp>
        <p:sp>
          <p:nvSpPr>
            <p:cNvPr id="11303" name="Rectangle 203"/>
            <p:cNvSpPr>
              <a:spLocks noChangeArrowheads="1"/>
            </p:cNvSpPr>
            <p:nvPr/>
          </p:nvSpPr>
          <p:spPr bwMode="auto">
            <a:xfrm>
              <a:off x="2695573" y="3095627"/>
              <a:ext cx="839788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요청부서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T/L</a:t>
              </a: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04" name="Rectangle 204"/>
            <p:cNvSpPr>
              <a:spLocks noChangeArrowheads="1"/>
            </p:cNvSpPr>
            <p:nvPr/>
          </p:nvSpPr>
          <p:spPr bwMode="auto">
            <a:xfrm>
              <a:off x="2679858" y="3697979"/>
              <a:ext cx="568512" cy="184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Let’s(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통신문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</a:p>
          </p:txBody>
        </p:sp>
        <p:sp>
          <p:nvSpPr>
            <p:cNvPr id="11305" name="Line 205"/>
            <p:cNvSpPr>
              <a:spLocks noChangeShapeType="1"/>
            </p:cNvSpPr>
            <p:nvPr/>
          </p:nvSpPr>
          <p:spPr bwMode="auto">
            <a:xfrm>
              <a:off x="2484436" y="3695701"/>
              <a:ext cx="10556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06" name="Rectangle 206"/>
            <p:cNvSpPr>
              <a:spLocks noChangeArrowheads="1"/>
            </p:cNvSpPr>
            <p:nvPr/>
          </p:nvSpPr>
          <p:spPr bwMode="auto">
            <a:xfrm>
              <a:off x="2479674" y="3095625"/>
              <a:ext cx="1055688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승인 여부 검토</a:t>
              </a:r>
            </a:p>
          </p:txBody>
        </p:sp>
      </p:grpSp>
      <p:cxnSp>
        <p:nvCxnSpPr>
          <p:cNvPr id="11285" name="AutoShape 209"/>
          <p:cNvCxnSpPr>
            <a:cxnSpLocks noChangeShapeType="1"/>
            <a:stCxn id="11306" idx="2"/>
            <a:endCxn id="11271" idx="0"/>
          </p:cNvCxnSpPr>
          <p:nvPr/>
        </p:nvCxnSpPr>
        <p:spPr bwMode="auto">
          <a:xfrm>
            <a:off x="7990152" y="2406650"/>
            <a:ext cx="1720" cy="18430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86" name="AutoShape 214"/>
          <p:cNvCxnSpPr>
            <a:cxnSpLocks noChangeShapeType="1"/>
            <a:stCxn id="11271" idx="2"/>
            <a:endCxn id="11325" idx="0"/>
          </p:cNvCxnSpPr>
          <p:nvPr/>
        </p:nvCxnSpPr>
        <p:spPr bwMode="auto">
          <a:xfrm rot="16200000" flipH="1">
            <a:off x="7667230" y="5079207"/>
            <a:ext cx="649287" cy="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287" name="그룹 91195"/>
          <p:cNvGrpSpPr>
            <a:grpSpLocks/>
          </p:cNvGrpSpPr>
          <p:nvPr/>
        </p:nvGrpSpPr>
        <p:grpSpPr bwMode="auto">
          <a:xfrm>
            <a:off x="3596085" y="3035302"/>
            <a:ext cx="1054232" cy="576310"/>
            <a:chOff x="-2913858" y="5426077"/>
            <a:chExt cx="1060450" cy="786996"/>
          </a:xfrm>
        </p:grpSpPr>
        <p:sp>
          <p:nvSpPr>
            <p:cNvPr id="11297" name="Rectangle 202"/>
            <p:cNvSpPr>
              <a:spLocks noChangeArrowheads="1"/>
            </p:cNvSpPr>
            <p:nvPr/>
          </p:nvSpPr>
          <p:spPr bwMode="auto">
            <a:xfrm>
              <a:off x="-2913858" y="5426077"/>
              <a:ext cx="215900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4</a:t>
              </a:r>
            </a:p>
          </p:txBody>
        </p:sp>
        <p:sp>
          <p:nvSpPr>
            <p:cNvPr id="11298" name="Rectangle 203"/>
            <p:cNvSpPr>
              <a:spLocks noChangeArrowheads="1"/>
            </p:cNvSpPr>
            <p:nvPr/>
          </p:nvSpPr>
          <p:spPr bwMode="auto">
            <a:xfrm>
              <a:off x="-2697958" y="5426077"/>
              <a:ext cx="839788" cy="16510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현업담당자</a:t>
              </a:r>
            </a:p>
          </p:txBody>
        </p:sp>
        <p:sp>
          <p:nvSpPr>
            <p:cNvPr id="11299" name="Line 205"/>
            <p:cNvSpPr>
              <a:spLocks noChangeShapeType="1"/>
            </p:cNvSpPr>
            <p:nvPr/>
          </p:nvSpPr>
          <p:spPr bwMode="auto">
            <a:xfrm>
              <a:off x="-2909095" y="6026152"/>
              <a:ext cx="10556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1300" name="Rectangle 206"/>
            <p:cNvSpPr>
              <a:spLocks noChangeArrowheads="1"/>
            </p:cNvSpPr>
            <p:nvPr/>
          </p:nvSpPr>
          <p:spPr bwMode="auto">
            <a:xfrm>
              <a:off x="-2913858" y="5426077"/>
              <a:ext cx="1055688" cy="784225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Fab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내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PC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작업 등록</a:t>
              </a:r>
            </a:p>
          </p:txBody>
        </p:sp>
        <p:sp>
          <p:nvSpPr>
            <p:cNvPr id="11301" name="Rectangle 204"/>
            <p:cNvSpPr>
              <a:spLocks noChangeArrowheads="1"/>
            </p:cNvSpPr>
            <p:nvPr/>
          </p:nvSpPr>
          <p:spPr bwMode="auto">
            <a:xfrm>
              <a:off x="-2697909" y="6028144"/>
              <a:ext cx="570810" cy="18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1">
              <a:spAutoFit/>
            </a:bodyPr>
            <a:lstStyle/>
            <a:p>
              <a:pPr defTabSz="855663">
                <a:lnSpc>
                  <a:spcPct val="110000"/>
                </a:lnSpc>
                <a:spcBef>
                  <a:spcPct val="50000"/>
                </a:spcBef>
                <a:buFont typeface="Wingdings" pitchFamily="2" charset="2"/>
                <a:buNone/>
              </a:pP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현업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Process</a:t>
              </a:r>
            </a:p>
          </p:txBody>
        </p:sp>
      </p:grpSp>
      <p:cxnSp>
        <p:nvCxnSpPr>
          <p:cNvPr id="11288" name="AutoShape 97"/>
          <p:cNvCxnSpPr>
            <a:cxnSpLocks noChangeShapeType="1"/>
            <a:stCxn id="11271" idx="1"/>
            <a:endCxn id="11315" idx="3"/>
          </p:cNvCxnSpPr>
          <p:nvPr/>
        </p:nvCxnSpPr>
        <p:spPr bwMode="auto">
          <a:xfrm flipH="1" flipV="1">
            <a:off x="6579923" y="4500566"/>
            <a:ext cx="944166" cy="15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89" name="AutoShape 98"/>
          <p:cNvCxnSpPr>
            <a:cxnSpLocks noChangeShapeType="1"/>
            <a:stCxn id="11282" idx="2"/>
            <a:endCxn id="11300" idx="1"/>
          </p:cNvCxnSpPr>
          <p:nvPr/>
        </p:nvCxnSpPr>
        <p:spPr bwMode="auto">
          <a:xfrm rot="16200000" flipH="1">
            <a:off x="2447331" y="2173886"/>
            <a:ext cx="950913" cy="1346597"/>
          </a:xfrm>
          <a:prstGeom prst="bentConnector2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290" name="Text Box 403"/>
          <p:cNvSpPr txBox="1">
            <a:spLocks noChangeArrowheads="1"/>
          </p:cNvSpPr>
          <p:nvPr/>
        </p:nvSpPr>
        <p:spPr bwMode="auto">
          <a:xfrm>
            <a:off x="1972603" y="2371725"/>
            <a:ext cx="255496" cy="2299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sp>
        <p:nvSpPr>
          <p:cNvPr id="11291" name="Text Box 403"/>
          <p:cNvSpPr txBox="1">
            <a:spLocks noChangeArrowheads="1"/>
          </p:cNvSpPr>
          <p:nvPr/>
        </p:nvSpPr>
        <p:spPr bwMode="auto">
          <a:xfrm>
            <a:off x="2787784" y="1906589"/>
            <a:ext cx="250687" cy="2299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250" name="Oval 558"/>
          <p:cNvSpPr>
            <a:spLocks noChangeArrowheads="1"/>
          </p:cNvSpPr>
          <p:nvPr/>
        </p:nvSpPr>
        <p:spPr bwMode="auto">
          <a:xfrm>
            <a:off x="433388" y="1903413"/>
            <a:ext cx="431668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</a:t>
            </a:r>
          </a:p>
        </p:txBody>
      </p:sp>
      <p:sp>
        <p:nvSpPr>
          <p:cNvPr id="251" name="Oval 558"/>
          <p:cNvSpPr>
            <a:spLocks noChangeArrowheads="1"/>
          </p:cNvSpPr>
          <p:nvPr/>
        </p:nvSpPr>
        <p:spPr bwMode="auto">
          <a:xfrm>
            <a:off x="484983" y="5476875"/>
            <a:ext cx="431668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</a:t>
            </a:r>
          </a:p>
        </p:txBody>
      </p:sp>
      <p:sp>
        <p:nvSpPr>
          <p:cNvPr id="11294" name="Text Box 603"/>
          <p:cNvSpPr txBox="1">
            <a:spLocks noChangeArrowheads="1"/>
          </p:cNvSpPr>
          <p:nvPr/>
        </p:nvSpPr>
        <p:spPr bwMode="gray">
          <a:xfrm>
            <a:off x="7713267" y="4754564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11295" name="Text Box 603"/>
          <p:cNvSpPr txBox="1">
            <a:spLocks noChangeArrowheads="1"/>
          </p:cNvSpPr>
          <p:nvPr/>
        </p:nvSpPr>
        <p:spPr bwMode="gray">
          <a:xfrm>
            <a:off x="7293638" y="4273551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cxnSp>
        <p:nvCxnSpPr>
          <p:cNvPr id="11296" name="AutoShape 209"/>
          <p:cNvCxnSpPr>
            <a:cxnSpLocks noChangeShapeType="1"/>
            <a:stCxn id="11315" idx="1"/>
            <a:endCxn id="250" idx="4"/>
          </p:cNvCxnSpPr>
          <p:nvPr/>
        </p:nvCxnSpPr>
        <p:spPr bwMode="auto">
          <a:xfrm rot="10800000">
            <a:off x="650083" y="2335213"/>
            <a:ext cx="4882489" cy="2165350"/>
          </a:xfrm>
          <a:prstGeom prst="bentConnector2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8534372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직사각형 28"/>
          <p:cNvSpPr>
            <a:spLocks noChangeArrowheads="1"/>
          </p:cNvSpPr>
          <p:nvPr/>
        </p:nvSpPr>
        <p:spPr bwMode="auto">
          <a:xfrm>
            <a:off x="467783" y="823916"/>
            <a:ext cx="8992791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(5) FAB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백신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설치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 [FAB Vaccine S/W Setup Process]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LG Display FAB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Virus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예방을 위해서 아래의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통하여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백신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적용하여야 한다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grpSp>
        <p:nvGrpSpPr>
          <p:cNvPr id="12292" name="Group 76"/>
          <p:cNvGrpSpPr>
            <a:grpSpLocks/>
          </p:cNvGrpSpPr>
          <p:nvPr/>
        </p:nvGrpSpPr>
        <p:grpSpPr bwMode="auto">
          <a:xfrm>
            <a:off x="8396024" y="5746753"/>
            <a:ext cx="1052513" cy="576263"/>
            <a:chOff x="4872" y="1050"/>
            <a:chExt cx="498" cy="328"/>
          </a:xfrm>
        </p:grpSpPr>
        <p:sp>
          <p:nvSpPr>
            <p:cNvPr id="12399" name="Rectangle 77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설비정상 작동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여부 확인</a:t>
              </a:r>
            </a:p>
          </p:txBody>
        </p:sp>
        <p:sp>
          <p:nvSpPr>
            <p:cNvPr id="12400" name="Rectangle 78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401" name="Rectangle 79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2402" name="Rectangle 80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11</a:t>
              </a:r>
            </a:p>
          </p:txBody>
        </p:sp>
        <p:sp>
          <p:nvSpPr>
            <p:cNvPr id="77" name="Line 81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293" name="Group 110"/>
          <p:cNvGrpSpPr>
            <a:grpSpLocks/>
          </p:cNvGrpSpPr>
          <p:nvPr/>
        </p:nvGrpSpPr>
        <p:grpSpPr bwMode="auto">
          <a:xfrm>
            <a:off x="8396024" y="1704978"/>
            <a:ext cx="1052513" cy="576263"/>
            <a:chOff x="4872" y="1050"/>
            <a:chExt cx="498" cy="328"/>
          </a:xfrm>
        </p:grpSpPr>
        <p:sp>
          <p:nvSpPr>
            <p:cNvPr id="12394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Lock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모드 설정</a:t>
              </a:r>
            </a:p>
          </p:txBody>
        </p:sp>
        <p:sp>
          <p:nvSpPr>
            <p:cNvPr id="12395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96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97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9</a:t>
              </a:r>
            </a:p>
          </p:txBody>
        </p:sp>
        <p:sp>
          <p:nvSpPr>
            <p:cNvPr id="83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294" name="Group 121"/>
          <p:cNvGrpSpPr>
            <a:grpSpLocks/>
          </p:cNvGrpSpPr>
          <p:nvPr/>
        </p:nvGrpSpPr>
        <p:grpSpPr bwMode="auto">
          <a:xfrm>
            <a:off x="8396024" y="3738563"/>
            <a:ext cx="1052513" cy="576262"/>
            <a:chOff x="4872" y="1050"/>
            <a:chExt cx="498" cy="328"/>
          </a:xfrm>
        </p:grpSpPr>
        <p:sp>
          <p:nvSpPr>
            <p:cNvPr id="12389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Lock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모드 설정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완료 통보</a:t>
              </a:r>
            </a:p>
          </p:txBody>
        </p:sp>
        <p:sp>
          <p:nvSpPr>
            <p:cNvPr id="12390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91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92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10</a:t>
              </a:r>
            </a:p>
          </p:txBody>
        </p:sp>
        <p:sp>
          <p:nvSpPr>
            <p:cNvPr id="89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295" name="AutoShape 129"/>
          <p:cNvCxnSpPr>
            <a:cxnSpLocks noChangeShapeType="1"/>
            <a:stCxn id="12390" idx="2"/>
            <a:endCxn id="77" idx="0"/>
          </p:cNvCxnSpPr>
          <p:nvPr/>
        </p:nvCxnSpPr>
        <p:spPr bwMode="auto">
          <a:xfrm>
            <a:off x="8922279" y="4314828"/>
            <a:ext cx="0" cy="14319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2296" name="Group 145"/>
          <p:cNvGrpSpPr>
            <a:grpSpLocks/>
          </p:cNvGrpSpPr>
          <p:nvPr/>
        </p:nvGrpSpPr>
        <p:grpSpPr bwMode="auto">
          <a:xfrm>
            <a:off x="2997597" y="4221166"/>
            <a:ext cx="1052513" cy="574675"/>
            <a:chOff x="4872" y="1050"/>
            <a:chExt cx="498" cy="328"/>
          </a:xfrm>
        </p:grpSpPr>
        <p:sp>
          <p:nvSpPr>
            <p:cNvPr id="12384" name="Rectangle 146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Lock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모드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해제 요청</a:t>
              </a:r>
            </a:p>
          </p:txBody>
        </p:sp>
        <p:sp>
          <p:nvSpPr>
            <p:cNvPr id="12385" name="Rectangle 147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,Mail</a:t>
              </a: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86" name="Rectangle 148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2387" name="Rectangle 149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12</a:t>
              </a:r>
            </a:p>
          </p:txBody>
        </p:sp>
        <p:sp>
          <p:nvSpPr>
            <p:cNvPr id="137" name="Line 150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297" name="Group 151"/>
          <p:cNvGrpSpPr>
            <a:grpSpLocks/>
          </p:cNvGrpSpPr>
          <p:nvPr/>
        </p:nvGrpSpPr>
        <p:grpSpPr bwMode="auto">
          <a:xfrm>
            <a:off x="2997597" y="2921003"/>
            <a:ext cx="1052513" cy="574675"/>
            <a:chOff x="4872" y="1050"/>
            <a:chExt cx="498" cy="328"/>
          </a:xfrm>
        </p:grpSpPr>
        <p:sp>
          <p:nvSpPr>
            <p:cNvPr id="12379" name="Rectangle 15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Lock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모드 해제</a:t>
              </a:r>
            </a:p>
          </p:txBody>
        </p:sp>
        <p:sp>
          <p:nvSpPr>
            <p:cNvPr id="12380" name="Rectangle 15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FAB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</a:t>
              </a:r>
            </a:p>
          </p:txBody>
        </p:sp>
        <p:sp>
          <p:nvSpPr>
            <p:cNvPr id="12381" name="Rectangle 15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82" name="Rectangle 15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13</a:t>
              </a:r>
            </a:p>
          </p:txBody>
        </p:sp>
        <p:sp>
          <p:nvSpPr>
            <p:cNvPr id="143" name="Line 15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298" name="AutoShape 157"/>
          <p:cNvCxnSpPr>
            <a:cxnSpLocks noChangeShapeType="1"/>
            <a:stCxn id="12399" idx="1"/>
            <a:endCxn id="12369" idx="3"/>
          </p:cNvCxnSpPr>
          <p:nvPr/>
        </p:nvCxnSpPr>
        <p:spPr bwMode="auto">
          <a:xfrm flipH="1">
            <a:off x="2522935" y="6038850"/>
            <a:ext cx="587308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299" name="AutoShape 185"/>
          <p:cNvCxnSpPr>
            <a:cxnSpLocks noChangeShapeType="1"/>
            <a:stCxn id="12369" idx="1"/>
            <a:endCxn id="203" idx="6"/>
          </p:cNvCxnSpPr>
          <p:nvPr/>
        </p:nvCxnSpPr>
        <p:spPr bwMode="auto">
          <a:xfrm flipH="1" flipV="1">
            <a:off x="865057" y="6034088"/>
            <a:ext cx="605367" cy="4762"/>
          </a:xfrm>
          <a:prstGeom prst="straightConnector1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00" name="AutoShape 47"/>
          <p:cNvCxnSpPr>
            <a:cxnSpLocks noChangeShapeType="1"/>
            <a:endCxn id="12375" idx="2"/>
          </p:cNvCxnSpPr>
          <p:nvPr/>
        </p:nvCxnSpPr>
        <p:spPr bwMode="auto">
          <a:xfrm rot="16200000" flipV="1">
            <a:off x="3203973" y="2601119"/>
            <a:ext cx="639762" cy="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01" name="AutoShape 157"/>
          <p:cNvCxnSpPr>
            <a:cxnSpLocks noChangeShapeType="1"/>
            <a:stCxn id="12399" idx="1"/>
            <a:endCxn id="12385" idx="2"/>
          </p:cNvCxnSpPr>
          <p:nvPr/>
        </p:nvCxnSpPr>
        <p:spPr bwMode="auto">
          <a:xfrm rot="10800000">
            <a:off x="3523855" y="4795838"/>
            <a:ext cx="4872169" cy="1243012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2302" name="Group 110"/>
          <p:cNvGrpSpPr>
            <a:grpSpLocks/>
          </p:cNvGrpSpPr>
          <p:nvPr/>
        </p:nvGrpSpPr>
        <p:grpSpPr bwMode="auto">
          <a:xfrm>
            <a:off x="2997597" y="1704978"/>
            <a:ext cx="1052513" cy="576263"/>
            <a:chOff x="4872" y="1050"/>
            <a:chExt cx="498" cy="328"/>
          </a:xfrm>
        </p:grpSpPr>
        <p:sp>
          <p:nvSpPr>
            <p:cNvPr id="12374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Lock Test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모드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(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설치후자동전환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)</a:t>
              </a: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75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76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77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2</a:t>
              </a:r>
            </a:p>
          </p:txBody>
        </p:sp>
        <p:sp>
          <p:nvSpPr>
            <p:cNvPr id="167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303" name="Group 76"/>
          <p:cNvGrpSpPr>
            <a:grpSpLocks/>
          </p:cNvGrpSpPr>
          <p:nvPr/>
        </p:nvGrpSpPr>
        <p:grpSpPr bwMode="auto">
          <a:xfrm>
            <a:off x="1470422" y="5746753"/>
            <a:ext cx="1052513" cy="576263"/>
            <a:chOff x="4872" y="1050"/>
            <a:chExt cx="498" cy="328"/>
          </a:xfrm>
        </p:grpSpPr>
        <p:sp>
          <p:nvSpPr>
            <p:cNvPr id="12369" name="Rectangle 77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확인결과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통보</a:t>
              </a:r>
            </a:p>
          </p:txBody>
        </p:sp>
        <p:sp>
          <p:nvSpPr>
            <p:cNvPr id="12370" name="Rectangle 78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Mail,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endParaRPr lang="ko-KR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71" name="Rectangle 79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2372" name="Rectangle 80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14</a:t>
              </a:r>
            </a:p>
          </p:txBody>
        </p:sp>
        <p:sp>
          <p:nvSpPr>
            <p:cNvPr id="173" name="Line 81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304" name="Group 110"/>
          <p:cNvGrpSpPr>
            <a:grpSpLocks/>
          </p:cNvGrpSpPr>
          <p:nvPr/>
        </p:nvGrpSpPr>
        <p:grpSpPr bwMode="auto">
          <a:xfrm>
            <a:off x="1262328" y="1704978"/>
            <a:ext cx="1052513" cy="576263"/>
            <a:chOff x="4872" y="1050"/>
            <a:chExt cx="498" cy="328"/>
          </a:xfrm>
        </p:grpSpPr>
        <p:sp>
          <p:nvSpPr>
            <p:cNvPr id="12364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FAB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설치</a:t>
              </a:r>
            </a:p>
          </p:txBody>
        </p:sp>
        <p:sp>
          <p:nvSpPr>
            <p:cNvPr id="12365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66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67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</a:t>
              </a:r>
            </a:p>
          </p:txBody>
        </p:sp>
        <p:sp>
          <p:nvSpPr>
            <p:cNvPr id="179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305" name="AutoShape 52"/>
          <p:cNvCxnSpPr>
            <a:cxnSpLocks noChangeShapeType="1"/>
            <a:stCxn id="202" idx="6"/>
            <a:endCxn id="12364" idx="1"/>
          </p:cNvCxnSpPr>
          <p:nvPr/>
        </p:nvCxnSpPr>
        <p:spPr bwMode="auto">
          <a:xfrm>
            <a:off x="908052" y="1993903"/>
            <a:ext cx="354277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06" name="AutoShape 159"/>
          <p:cNvSpPr>
            <a:spLocks noChangeAspect="1" noChangeArrowheads="1"/>
          </p:cNvSpPr>
          <p:nvPr/>
        </p:nvSpPr>
        <p:spPr bwMode="auto">
          <a:xfrm>
            <a:off x="4963320" y="4192591"/>
            <a:ext cx="753269" cy="485775"/>
          </a:xfrm>
          <a:prstGeom prst="flowChartDecision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r>
              <a:rPr lang="ko-KR" altLang="en-US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설비</a:t>
            </a:r>
            <a:endParaRPr lang="en-US" altLang="ko-KR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S/W</a:t>
            </a:r>
            <a:endParaRPr lang="ko-KR" altLang="en-US" sz="9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grpSp>
        <p:nvGrpSpPr>
          <p:cNvPr id="12307" name="Group 110"/>
          <p:cNvGrpSpPr>
            <a:grpSpLocks/>
          </p:cNvGrpSpPr>
          <p:nvPr/>
        </p:nvGrpSpPr>
        <p:grpSpPr bwMode="auto">
          <a:xfrm>
            <a:off x="4813697" y="1704978"/>
            <a:ext cx="1052513" cy="576263"/>
            <a:chOff x="4872" y="1050"/>
            <a:chExt cx="498" cy="328"/>
          </a:xfrm>
        </p:grpSpPr>
        <p:sp>
          <p:nvSpPr>
            <p:cNvPr id="12359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PC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내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무결성 확인</a:t>
              </a:r>
            </a:p>
          </p:txBody>
        </p:sp>
        <p:sp>
          <p:nvSpPr>
            <p:cNvPr id="12360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Trusline</a:t>
              </a:r>
            </a:p>
          </p:txBody>
        </p:sp>
        <p:sp>
          <p:nvSpPr>
            <p:cNvPr id="12361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62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3</a:t>
              </a:r>
            </a:p>
          </p:txBody>
        </p:sp>
        <p:sp>
          <p:nvSpPr>
            <p:cNvPr id="187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308" name="Group 121"/>
          <p:cNvGrpSpPr>
            <a:grpSpLocks/>
          </p:cNvGrpSpPr>
          <p:nvPr/>
        </p:nvGrpSpPr>
        <p:grpSpPr bwMode="auto">
          <a:xfrm>
            <a:off x="4813697" y="2533653"/>
            <a:ext cx="1052513" cy="576263"/>
            <a:chOff x="4872" y="1050"/>
            <a:chExt cx="498" cy="328"/>
          </a:xfrm>
        </p:grpSpPr>
        <p:sp>
          <p:nvSpPr>
            <p:cNvPr id="12354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설비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S/W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관련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여부 확인 요청</a:t>
              </a:r>
            </a:p>
          </p:txBody>
        </p:sp>
        <p:sp>
          <p:nvSpPr>
            <p:cNvPr id="12355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Mail,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56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57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4</a:t>
              </a:r>
            </a:p>
          </p:txBody>
        </p:sp>
        <p:sp>
          <p:nvSpPr>
            <p:cNvPr id="193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2309" name="Group 151"/>
          <p:cNvGrpSpPr>
            <a:grpSpLocks/>
          </p:cNvGrpSpPr>
          <p:nvPr/>
        </p:nvGrpSpPr>
        <p:grpSpPr bwMode="auto">
          <a:xfrm>
            <a:off x="6333993" y="4141788"/>
            <a:ext cx="1052513" cy="576262"/>
            <a:chOff x="4872" y="1050"/>
            <a:chExt cx="498" cy="328"/>
          </a:xfrm>
        </p:grpSpPr>
        <p:sp>
          <p:nvSpPr>
            <p:cNvPr id="12349" name="Rectangle 15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예외처리</a:t>
              </a:r>
            </a:p>
          </p:txBody>
        </p:sp>
        <p:sp>
          <p:nvSpPr>
            <p:cNvPr id="12350" name="Rectangle 15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51" name="Rectangle 15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52" name="Rectangle 15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6</a:t>
              </a:r>
            </a:p>
          </p:txBody>
        </p:sp>
        <p:sp>
          <p:nvSpPr>
            <p:cNvPr id="199" name="Line 15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310" name="AutoShape 52"/>
          <p:cNvCxnSpPr>
            <a:cxnSpLocks noChangeShapeType="1"/>
            <a:stCxn id="12360" idx="2"/>
            <a:endCxn id="193" idx="0"/>
          </p:cNvCxnSpPr>
          <p:nvPr/>
        </p:nvCxnSpPr>
        <p:spPr bwMode="auto">
          <a:xfrm>
            <a:off x="5339954" y="2281238"/>
            <a:ext cx="0" cy="2524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2" name="Oval 558"/>
          <p:cNvSpPr>
            <a:spLocks noChangeArrowheads="1"/>
          </p:cNvSpPr>
          <p:nvPr/>
        </p:nvSpPr>
        <p:spPr bwMode="auto">
          <a:xfrm>
            <a:off x="476384" y="1778000"/>
            <a:ext cx="431667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</a:t>
            </a:r>
          </a:p>
        </p:txBody>
      </p:sp>
      <p:sp>
        <p:nvSpPr>
          <p:cNvPr id="203" name="Oval 558"/>
          <p:cNvSpPr>
            <a:spLocks noChangeArrowheads="1"/>
          </p:cNvSpPr>
          <p:nvPr/>
        </p:nvSpPr>
        <p:spPr bwMode="auto">
          <a:xfrm>
            <a:off x="433388" y="5818188"/>
            <a:ext cx="431668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</a:t>
            </a:r>
          </a:p>
        </p:txBody>
      </p:sp>
      <p:cxnSp>
        <p:nvCxnSpPr>
          <p:cNvPr id="12313" name="AutoShape 52"/>
          <p:cNvCxnSpPr>
            <a:cxnSpLocks noChangeShapeType="1"/>
            <a:stCxn id="12364" idx="3"/>
            <a:endCxn id="12374" idx="1"/>
          </p:cNvCxnSpPr>
          <p:nvPr/>
        </p:nvCxnSpPr>
        <p:spPr bwMode="auto">
          <a:xfrm>
            <a:off x="2314840" y="1998663"/>
            <a:ext cx="68275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14" name="AutoShape 52"/>
          <p:cNvCxnSpPr>
            <a:cxnSpLocks noChangeShapeType="1"/>
            <a:stCxn id="12374" idx="3"/>
            <a:endCxn id="12359" idx="1"/>
          </p:cNvCxnSpPr>
          <p:nvPr/>
        </p:nvCxnSpPr>
        <p:spPr bwMode="auto">
          <a:xfrm>
            <a:off x="4050110" y="1998663"/>
            <a:ext cx="76358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15" name="AutoShape 52"/>
          <p:cNvCxnSpPr>
            <a:cxnSpLocks noChangeShapeType="1"/>
            <a:stCxn id="12359" idx="3"/>
            <a:endCxn id="12394" idx="1"/>
          </p:cNvCxnSpPr>
          <p:nvPr/>
        </p:nvCxnSpPr>
        <p:spPr bwMode="auto">
          <a:xfrm>
            <a:off x="5866211" y="1998663"/>
            <a:ext cx="2529813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16" name="AutoShape 52"/>
          <p:cNvCxnSpPr>
            <a:cxnSpLocks noChangeShapeType="1"/>
            <a:stCxn id="12395" idx="2"/>
            <a:endCxn id="89" idx="0"/>
          </p:cNvCxnSpPr>
          <p:nvPr/>
        </p:nvCxnSpPr>
        <p:spPr bwMode="auto">
          <a:xfrm>
            <a:off x="8922279" y="2281241"/>
            <a:ext cx="0" cy="14573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2317" name="Group 121"/>
          <p:cNvGrpSpPr>
            <a:grpSpLocks/>
          </p:cNvGrpSpPr>
          <p:nvPr/>
        </p:nvGrpSpPr>
        <p:grpSpPr bwMode="auto">
          <a:xfrm>
            <a:off x="4813697" y="3363913"/>
            <a:ext cx="1052513" cy="576262"/>
            <a:chOff x="4872" y="1050"/>
            <a:chExt cx="498" cy="328"/>
          </a:xfrm>
        </p:grpSpPr>
        <p:sp>
          <p:nvSpPr>
            <p:cNvPr id="12344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설비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S/W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관련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여부 검토</a:t>
              </a:r>
            </a:p>
          </p:txBody>
        </p:sp>
        <p:sp>
          <p:nvSpPr>
            <p:cNvPr id="12345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46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47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5</a:t>
              </a:r>
            </a:p>
          </p:txBody>
        </p:sp>
        <p:sp>
          <p:nvSpPr>
            <p:cNvPr id="215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318" name="AutoShape 52"/>
          <p:cNvCxnSpPr>
            <a:cxnSpLocks noChangeShapeType="1"/>
            <a:stCxn id="12355" idx="2"/>
            <a:endCxn id="215" idx="0"/>
          </p:cNvCxnSpPr>
          <p:nvPr/>
        </p:nvCxnSpPr>
        <p:spPr bwMode="auto">
          <a:xfrm>
            <a:off x="5339954" y="3109913"/>
            <a:ext cx="0" cy="2540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19" name="AutoShape 52"/>
          <p:cNvCxnSpPr>
            <a:cxnSpLocks noChangeShapeType="1"/>
            <a:stCxn id="12345" idx="2"/>
            <a:endCxn id="12306" idx="0"/>
          </p:cNvCxnSpPr>
          <p:nvPr/>
        </p:nvCxnSpPr>
        <p:spPr bwMode="auto">
          <a:xfrm>
            <a:off x="5339954" y="3940175"/>
            <a:ext cx="0" cy="25241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2320" name="Group 70"/>
          <p:cNvGrpSpPr>
            <a:grpSpLocks/>
          </p:cNvGrpSpPr>
          <p:nvPr/>
        </p:nvGrpSpPr>
        <p:grpSpPr bwMode="auto">
          <a:xfrm>
            <a:off x="4813697" y="4930778"/>
            <a:ext cx="1052513" cy="576263"/>
            <a:chOff x="4872" y="1050"/>
            <a:chExt cx="498" cy="328"/>
          </a:xfrm>
        </p:grpSpPr>
        <p:sp>
          <p:nvSpPr>
            <p:cNvPr id="12339" name="Rectangle 7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백신설치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및 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치료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40" name="Rectangle 7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41" name="Rectangle 7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2342" name="Rectangle 7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7</a:t>
              </a:r>
            </a:p>
          </p:txBody>
        </p:sp>
        <p:sp>
          <p:nvSpPr>
            <p:cNvPr id="224" name="Line 7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321" name="AutoShape 52"/>
          <p:cNvCxnSpPr>
            <a:cxnSpLocks noChangeShapeType="1"/>
            <a:stCxn id="12306" idx="2"/>
            <a:endCxn id="224" idx="0"/>
          </p:cNvCxnSpPr>
          <p:nvPr/>
        </p:nvCxnSpPr>
        <p:spPr bwMode="auto">
          <a:xfrm>
            <a:off x="5339954" y="4678363"/>
            <a:ext cx="0" cy="2524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22" name="AutoShape 52"/>
          <p:cNvCxnSpPr>
            <a:cxnSpLocks noChangeShapeType="1"/>
            <a:stCxn id="12306" idx="3"/>
            <a:endCxn id="12349" idx="1"/>
          </p:cNvCxnSpPr>
          <p:nvPr/>
        </p:nvCxnSpPr>
        <p:spPr bwMode="auto">
          <a:xfrm flipV="1">
            <a:off x="5716589" y="4433891"/>
            <a:ext cx="617406" cy="15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23" name="AutoShape 52"/>
          <p:cNvCxnSpPr>
            <a:cxnSpLocks noChangeShapeType="1"/>
            <a:stCxn id="199" idx="0"/>
          </p:cNvCxnSpPr>
          <p:nvPr/>
        </p:nvCxnSpPr>
        <p:spPr bwMode="auto">
          <a:xfrm flipV="1">
            <a:off x="6860250" y="2008188"/>
            <a:ext cx="0" cy="21336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24" name="AutoShape 52"/>
          <p:cNvCxnSpPr>
            <a:cxnSpLocks noChangeShapeType="1"/>
            <a:stCxn id="137" idx="0"/>
            <a:endCxn id="12380" idx="2"/>
          </p:cNvCxnSpPr>
          <p:nvPr/>
        </p:nvCxnSpPr>
        <p:spPr bwMode="auto">
          <a:xfrm flipV="1">
            <a:off x="3523854" y="3495675"/>
            <a:ext cx="0" cy="7254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25" name="AutoShape 52"/>
          <p:cNvCxnSpPr>
            <a:cxnSpLocks noChangeShapeType="1"/>
          </p:cNvCxnSpPr>
          <p:nvPr/>
        </p:nvCxnSpPr>
        <p:spPr bwMode="auto">
          <a:xfrm rot="5400000" flipH="1" flipV="1">
            <a:off x="6410722" y="3455988"/>
            <a:ext cx="2914650" cy="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26" name="Text Box 603"/>
          <p:cNvSpPr txBox="1">
            <a:spLocks noChangeArrowheads="1"/>
          </p:cNvSpPr>
          <p:nvPr/>
        </p:nvSpPr>
        <p:spPr bwMode="gray">
          <a:xfrm>
            <a:off x="5763023" y="4216401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12327" name="Text Box 603"/>
          <p:cNvSpPr txBox="1">
            <a:spLocks noChangeArrowheads="1"/>
          </p:cNvSpPr>
          <p:nvPr/>
        </p:nvSpPr>
        <p:spPr bwMode="gray">
          <a:xfrm>
            <a:off x="5090583" y="4637089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grpSp>
        <p:nvGrpSpPr>
          <p:cNvPr id="12328" name="Group 70"/>
          <p:cNvGrpSpPr>
            <a:grpSpLocks/>
          </p:cNvGrpSpPr>
          <p:nvPr/>
        </p:nvGrpSpPr>
        <p:grpSpPr bwMode="auto">
          <a:xfrm>
            <a:off x="7341793" y="4930778"/>
            <a:ext cx="1054232" cy="576263"/>
            <a:chOff x="4872" y="1050"/>
            <a:chExt cx="498" cy="328"/>
          </a:xfrm>
        </p:grpSpPr>
        <p:sp>
          <p:nvSpPr>
            <p:cNvPr id="12334" name="Rectangle 7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백신 삭제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35" name="Rectangle 7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원격제어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36" name="Rectangle 7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Virus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상황실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2337" name="Rectangle 7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8</a:t>
              </a:r>
            </a:p>
          </p:txBody>
        </p:sp>
        <p:sp>
          <p:nvSpPr>
            <p:cNvPr id="244" name="Line 7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2329" name="AutoShape 52"/>
          <p:cNvCxnSpPr>
            <a:cxnSpLocks noChangeShapeType="1"/>
            <a:stCxn id="12339" idx="3"/>
            <a:endCxn id="12334" idx="1"/>
          </p:cNvCxnSpPr>
          <p:nvPr/>
        </p:nvCxnSpPr>
        <p:spPr bwMode="auto">
          <a:xfrm flipV="1">
            <a:off x="5866212" y="5222875"/>
            <a:ext cx="1475581" cy="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30" name="Text Box 57"/>
          <p:cNvSpPr txBox="1">
            <a:spLocks noChangeArrowheads="1"/>
          </p:cNvSpPr>
          <p:nvPr/>
        </p:nvSpPr>
        <p:spPr bwMode="auto">
          <a:xfrm>
            <a:off x="4775862" y="2338391"/>
            <a:ext cx="629444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88900" indent="-889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발견 시</a:t>
            </a:r>
            <a:endParaRPr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2331" name="Text Box 57"/>
          <p:cNvSpPr txBox="1">
            <a:spLocks noChangeArrowheads="1"/>
          </p:cNvSpPr>
          <p:nvPr/>
        </p:nvSpPr>
        <p:spPr bwMode="auto">
          <a:xfrm>
            <a:off x="5866212" y="1862141"/>
            <a:ext cx="62772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88900" indent="-889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미발견 시</a:t>
            </a:r>
            <a:endParaRPr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2332" name="Text Box 57"/>
          <p:cNvSpPr txBox="1">
            <a:spLocks noChangeArrowheads="1"/>
          </p:cNvSpPr>
          <p:nvPr/>
        </p:nvSpPr>
        <p:spPr bwMode="auto">
          <a:xfrm>
            <a:off x="2679435" y="5900741"/>
            <a:ext cx="627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88900" indent="-889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정상</a:t>
            </a:r>
            <a:endParaRPr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2333" name="Text Box 57"/>
          <p:cNvSpPr txBox="1">
            <a:spLocks noChangeArrowheads="1"/>
          </p:cNvSpPr>
          <p:nvPr/>
        </p:nvSpPr>
        <p:spPr bwMode="auto">
          <a:xfrm>
            <a:off x="3470539" y="5446716"/>
            <a:ext cx="6277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88900" indent="-889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비정상</a:t>
            </a:r>
            <a:endParaRPr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16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1557413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직사각형 28"/>
          <p:cNvSpPr>
            <a:spLocks noChangeArrowheads="1"/>
          </p:cNvSpPr>
          <p:nvPr/>
        </p:nvSpPr>
        <p:spPr bwMode="auto">
          <a:xfrm>
            <a:off x="467783" y="823916"/>
            <a:ext cx="8992791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(6)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보안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장애 대응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Process</a:t>
            </a:r>
          </a:p>
          <a:p>
            <a:pPr>
              <a:lnSpc>
                <a:spcPct val="110000"/>
              </a:lnSpc>
              <a:spcBef>
                <a:spcPct val="50000"/>
              </a:spcBef>
            </a:pP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FAB PC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보안 및 백신 </a:t>
            </a:r>
            <a:r>
              <a:rPr lang="en-US" altLang="ko-KR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S/W</a:t>
            </a:r>
            <a:r>
              <a: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대해서 장애가 발생하였을 경우 아래와 같은 절차를 따른다</a:t>
            </a:r>
          </a:p>
        </p:txBody>
      </p:sp>
      <p:sp>
        <p:nvSpPr>
          <p:cNvPr id="117" name="Oval 558"/>
          <p:cNvSpPr>
            <a:spLocks noChangeArrowheads="1"/>
          </p:cNvSpPr>
          <p:nvPr/>
        </p:nvSpPr>
        <p:spPr bwMode="auto">
          <a:xfrm>
            <a:off x="469505" y="1595438"/>
            <a:ext cx="431667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</a:t>
            </a:r>
          </a:p>
        </p:txBody>
      </p:sp>
      <p:sp>
        <p:nvSpPr>
          <p:cNvPr id="118" name="Oval 558"/>
          <p:cNvSpPr>
            <a:spLocks noChangeArrowheads="1"/>
          </p:cNvSpPr>
          <p:nvPr/>
        </p:nvSpPr>
        <p:spPr bwMode="auto">
          <a:xfrm>
            <a:off x="8691829" y="4525963"/>
            <a:ext cx="431668" cy="431800"/>
          </a:xfrm>
          <a:prstGeom prst="ellipse">
            <a:avLst/>
          </a:prstGeom>
          <a:solidFill>
            <a:srgbClr val="003366"/>
          </a:solidFill>
          <a:ln w="9525" algn="ctr">
            <a:solidFill>
              <a:srgbClr val="808080"/>
            </a:solidFill>
            <a:round/>
            <a:headEnd/>
            <a:tailEnd/>
          </a:ln>
        </p:spPr>
        <p:txBody>
          <a:bodyPr lIns="0" tIns="0" rIns="0" b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1200" b="1" kern="0">
                <a:solidFill>
                  <a:srgbClr val="FFFF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</a:t>
            </a:r>
          </a:p>
        </p:txBody>
      </p:sp>
      <p:sp>
        <p:nvSpPr>
          <p:cNvPr id="13318" name="TextBox 524"/>
          <p:cNvSpPr txBox="1">
            <a:spLocks noChangeArrowheads="1"/>
          </p:cNvSpPr>
          <p:nvPr/>
        </p:nvSpPr>
        <p:spPr bwMode="auto">
          <a:xfrm>
            <a:off x="1078311" y="4519615"/>
            <a:ext cx="910827" cy="2277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</a:pPr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근본 조치 한 경우</a:t>
            </a:r>
          </a:p>
        </p:txBody>
      </p:sp>
      <p:sp>
        <p:nvSpPr>
          <p:cNvPr id="13319" name="TextBox 536"/>
          <p:cNvSpPr txBox="1">
            <a:spLocks noChangeArrowheads="1"/>
          </p:cNvSpPr>
          <p:nvPr/>
        </p:nvSpPr>
        <p:spPr bwMode="auto">
          <a:xfrm>
            <a:off x="2608926" y="6026150"/>
            <a:ext cx="55015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/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근본조치</a:t>
            </a:r>
            <a:endParaRPr lang="en-US" altLang="ko-KR" sz="8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/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가능</a:t>
            </a:r>
          </a:p>
        </p:txBody>
      </p:sp>
      <p:sp>
        <p:nvSpPr>
          <p:cNvPr id="13320" name="TextBox 536"/>
          <p:cNvSpPr txBox="1">
            <a:spLocks noChangeArrowheads="1"/>
          </p:cNvSpPr>
          <p:nvPr/>
        </p:nvSpPr>
        <p:spPr bwMode="auto">
          <a:xfrm>
            <a:off x="2534973" y="5253041"/>
            <a:ext cx="57900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50000"/>
              </a:lnSpc>
              <a:spcBef>
                <a:spcPct val="50000"/>
              </a:spcBef>
            </a:pPr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근본조치 </a:t>
            </a:r>
            <a:endParaRPr lang="en-US" altLang="ko-KR" sz="8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>
              <a:lnSpc>
                <a:spcPct val="50000"/>
              </a:lnSpc>
              <a:spcBef>
                <a:spcPct val="50000"/>
              </a:spcBef>
            </a:pPr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불가능</a:t>
            </a:r>
          </a:p>
        </p:txBody>
      </p:sp>
      <p:sp>
        <p:nvSpPr>
          <p:cNvPr id="124" name="AutoShape 112"/>
          <p:cNvSpPr>
            <a:spLocks noChangeArrowheads="1"/>
          </p:cNvSpPr>
          <p:nvPr/>
        </p:nvSpPr>
        <p:spPr bwMode="auto">
          <a:xfrm>
            <a:off x="7400265" y="4064000"/>
            <a:ext cx="1183217" cy="312738"/>
          </a:xfrm>
          <a:prstGeom prst="flowChartDocument">
            <a:avLst/>
          </a:prstGeom>
          <a:solidFill>
            <a:srgbClr val="CCFFCC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lIns="0" r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ko-KR" sz="80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PC보안 </a:t>
            </a:r>
            <a:br>
              <a:rPr kumimoji="0" lang="ko-KR" altLang="en-US" sz="80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</a:br>
            <a:r>
              <a:rPr kumimoji="0" lang="ko-KR" altLang="ko-KR" sz="80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장애&amp;문의 관리현황.xls</a:t>
            </a:r>
            <a:endParaRPr kumimoji="0" lang="en-US" altLang="ko-KR" sz="800" kern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pSp>
        <p:nvGrpSpPr>
          <p:cNvPr id="13322" name="Group 110"/>
          <p:cNvGrpSpPr>
            <a:grpSpLocks/>
          </p:cNvGrpSpPr>
          <p:nvPr/>
        </p:nvGrpSpPr>
        <p:grpSpPr bwMode="auto">
          <a:xfrm>
            <a:off x="2562489" y="1524003"/>
            <a:ext cx="1052513" cy="574675"/>
            <a:chOff x="4872" y="1050"/>
            <a:chExt cx="498" cy="328"/>
          </a:xfrm>
        </p:grpSpPr>
        <p:sp>
          <p:nvSpPr>
            <p:cNvPr id="13445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PC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문의 및 장애신고</a:t>
              </a:r>
            </a:p>
          </p:txBody>
        </p:sp>
        <p:sp>
          <p:nvSpPr>
            <p:cNvPr id="13446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/PIMS</a:t>
              </a:r>
            </a:p>
          </p:txBody>
        </p:sp>
        <p:sp>
          <p:nvSpPr>
            <p:cNvPr id="13447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OP/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3448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</a:t>
              </a:r>
            </a:p>
          </p:txBody>
        </p:sp>
        <p:sp>
          <p:nvSpPr>
            <p:cNvPr id="13449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3323" name="직선 화살표 연결선 147"/>
          <p:cNvCxnSpPr>
            <a:cxnSpLocks noChangeShapeType="1"/>
            <a:stCxn id="117" idx="6"/>
            <a:endCxn id="13445" idx="1"/>
          </p:cNvCxnSpPr>
          <p:nvPr/>
        </p:nvCxnSpPr>
        <p:spPr bwMode="auto">
          <a:xfrm>
            <a:off x="901172" y="1811338"/>
            <a:ext cx="1661319" cy="4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324" name="AutoShape 60"/>
          <p:cNvSpPr>
            <a:spLocks noChangeArrowheads="1"/>
          </p:cNvSpPr>
          <p:nvPr/>
        </p:nvSpPr>
        <p:spPr bwMode="auto">
          <a:xfrm>
            <a:off x="6963437" y="1558925"/>
            <a:ext cx="803142" cy="539750"/>
          </a:xfrm>
          <a:prstGeom prst="flowChartDecision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latinLnBrk="0"/>
            <a:r>
              <a: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보안 </a:t>
            </a:r>
            <a:r>
              <a:rPr kumimoji="0"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S/W</a:t>
            </a:r>
          </a:p>
          <a:p>
            <a:pPr algn="ctr" latinLnBrk="0"/>
            <a:r>
              <a: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문의 장애</a:t>
            </a:r>
            <a:r>
              <a:rPr kumimoji="0"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?</a:t>
            </a:r>
            <a:endParaRPr kumimoji="0" lang="ko-KR" altLang="en-US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3325" name="AutoShape 60"/>
          <p:cNvSpPr>
            <a:spLocks noChangeArrowheads="1"/>
          </p:cNvSpPr>
          <p:nvPr/>
        </p:nvSpPr>
        <p:spPr bwMode="auto">
          <a:xfrm>
            <a:off x="4750066" y="2408238"/>
            <a:ext cx="803143" cy="539750"/>
          </a:xfrm>
          <a:prstGeom prst="flowChartDecision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latinLnBrk="0"/>
            <a:r>
              <a: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긴급대응</a:t>
            </a:r>
            <a:endParaRPr kumimoji="0"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algn="ctr" latinLnBrk="0"/>
            <a:r>
              <a: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필요</a:t>
            </a:r>
            <a:r>
              <a:rPr kumimoji="0"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?</a:t>
            </a:r>
            <a:endParaRPr kumimoji="0" lang="ko-KR" altLang="en-US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3326" name="AutoShape 60"/>
          <p:cNvSpPr>
            <a:spLocks noChangeArrowheads="1"/>
          </p:cNvSpPr>
          <p:nvPr/>
        </p:nvSpPr>
        <p:spPr bwMode="auto">
          <a:xfrm>
            <a:off x="6963437" y="2401888"/>
            <a:ext cx="803142" cy="539750"/>
          </a:xfrm>
          <a:prstGeom prst="flowChartDecision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latinLnBrk="0"/>
            <a:r>
              <a: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단순문의</a:t>
            </a:r>
            <a:endParaRPr kumimoji="0" lang="en-US" altLang="ko-KR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algn="ctr" latinLnBrk="0"/>
            <a:r>
              <a:rPr kumimoji="0"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or</a:t>
            </a:r>
          </a:p>
          <a:p>
            <a:pPr algn="ctr" latinLnBrk="0"/>
            <a:r>
              <a:rPr kumimoji="0"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단순 장애 </a:t>
            </a:r>
            <a:r>
              <a:rPr kumimoji="0"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?</a:t>
            </a:r>
            <a:endParaRPr kumimoji="0" lang="ko-KR" altLang="en-US" sz="8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grpSp>
        <p:nvGrpSpPr>
          <p:cNvPr id="13327" name="Group 110"/>
          <p:cNvGrpSpPr>
            <a:grpSpLocks/>
          </p:cNvGrpSpPr>
          <p:nvPr/>
        </p:nvGrpSpPr>
        <p:grpSpPr bwMode="auto">
          <a:xfrm>
            <a:off x="8399462" y="3221038"/>
            <a:ext cx="1052513" cy="576262"/>
            <a:chOff x="4872" y="1050"/>
            <a:chExt cx="498" cy="328"/>
          </a:xfrm>
        </p:grpSpPr>
        <p:sp>
          <p:nvSpPr>
            <p:cNvPr id="1344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요청 처리 완료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및 내용 입력</a:t>
              </a:r>
            </a:p>
          </p:txBody>
        </p:sp>
        <p:sp>
          <p:nvSpPr>
            <p:cNvPr id="13441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PIMS</a:t>
              </a:r>
            </a:p>
          </p:txBody>
        </p:sp>
        <p:sp>
          <p:nvSpPr>
            <p:cNvPr id="13442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IT Service Desk</a:t>
              </a:r>
            </a:p>
          </p:txBody>
        </p:sp>
        <p:sp>
          <p:nvSpPr>
            <p:cNvPr id="1344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4</a:t>
              </a:r>
            </a:p>
          </p:txBody>
        </p:sp>
        <p:sp>
          <p:nvSpPr>
            <p:cNvPr id="13444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3328" name="직선 화살표 연결선 147"/>
          <p:cNvCxnSpPr>
            <a:cxnSpLocks noChangeShapeType="1"/>
            <a:stCxn id="13375" idx="3"/>
            <a:endCxn id="13324" idx="1"/>
          </p:cNvCxnSpPr>
          <p:nvPr/>
        </p:nvCxnSpPr>
        <p:spPr bwMode="auto">
          <a:xfrm>
            <a:off x="5656395" y="1816100"/>
            <a:ext cx="1307042" cy="127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29" name="직선 화살표 연결선 147"/>
          <p:cNvCxnSpPr>
            <a:cxnSpLocks noChangeShapeType="1"/>
            <a:stCxn id="13445" idx="3"/>
            <a:endCxn id="13375" idx="1"/>
          </p:cNvCxnSpPr>
          <p:nvPr/>
        </p:nvCxnSpPr>
        <p:spPr bwMode="auto">
          <a:xfrm>
            <a:off x="3615004" y="1816100"/>
            <a:ext cx="987160" cy="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30" name="Group 110"/>
          <p:cNvGrpSpPr>
            <a:grpSpLocks/>
          </p:cNvGrpSpPr>
          <p:nvPr/>
        </p:nvGrpSpPr>
        <p:grpSpPr bwMode="auto">
          <a:xfrm>
            <a:off x="6837891" y="3241676"/>
            <a:ext cx="1052513" cy="576263"/>
            <a:chOff x="4872" y="1050"/>
            <a:chExt cx="498" cy="328"/>
          </a:xfrm>
        </p:grpSpPr>
        <p:sp>
          <p:nvSpPr>
            <p:cNvPr id="13435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분의사항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or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장애조치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36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원격제어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37" name="Rectangle 113"/>
            <p:cNvSpPr>
              <a:spLocks noChangeArrowheads="1"/>
            </p:cNvSpPr>
            <p:nvPr/>
          </p:nvSpPr>
          <p:spPr bwMode="gray">
            <a:xfrm>
              <a:off x="5008" y="1054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IT Service Desk</a:t>
              </a:r>
            </a:p>
          </p:txBody>
        </p:sp>
        <p:sp>
          <p:nvSpPr>
            <p:cNvPr id="13438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5</a:t>
              </a:r>
            </a:p>
          </p:txBody>
        </p:sp>
        <p:sp>
          <p:nvSpPr>
            <p:cNvPr id="13439" name="Line 115"/>
            <p:cNvSpPr>
              <a:spLocks noChangeAspect="1" noChangeShapeType="1"/>
            </p:cNvSpPr>
            <p:nvPr/>
          </p:nvSpPr>
          <p:spPr bwMode="gray">
            <a:xfrm>
              <a:off x="5121" y="1054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3331" name="직선 화살표 연결선 147"/>
          <p:cNvCxnSpPr>
            <a:cxnSpLocks noChangeShapeType="1"/>
            <a:stCxn id="13324" idx="3"/>
          </p:cNvCxnSpPr>
          <p:nvPr/>
        </p:nvCxnSpPr>
        <p:spPr bwMode="auto">
          <a:xfrm>
            <a:off x="7766580" y="1828800"/>
            <a:ext cx="1123025" cy="1409700"/>
          </a:xfrm>
          <a:prstGeom prst="bentConnector2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32" name="Group 110"/>
          <p:cNvGrpSpPr>
            <a:grpSpLocks/>
          </p:cNvGrpSpPr>
          <p:nvPr/>
        </p:nvGrpSpPr>
        <p:grpSpPr bwMode="auto">
          <a:xfrm>
            <a:off x="4633120" y="3252788"/>
            <a:ext cx="1052513" cy="576262"/>
            <a:chOff x="4872" y="1050"/>
            <a:chExt cx="498" cy="328"/>
          </a:xfrm>
        </p:grpSpPr>
        <p:sp>
          <p:nvSpPr>
            <p:cNvPr id="1343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삭제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31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원격제어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32" name="Rectangle 113"/>
            <p:cNvSpPr>
              <a:spLocks noChangeArrowheads="1"/>
            </p:cNvSpPr>
            <p:nvPr/>
          </p:nvSpPr>
          <p:spPr bwMode="gray">
            <a:xfrm>
              <a:off x="5008" y="1054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IT Service Desk</a:t>
              </a:r>
            </a:p>
          </p:txBody>
        </p:sp>
        <p:sp>
          <p:nvSpPr>
            <p:cNvPr id="1343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6</a:t>
              </a:r>
            </a:p>
          </p:txBody>
        </p:sp>
        <p:sp>
          <p:nvSpPr>
            <p:cNvPr id="13434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3333" name="직선 화살표 연결선 147"/>
          <p:cNvCxnSpPr>
            <a:cxnSpLocks noChangeShapeType="1"/>
            <a:stCxn id="13326" idx="2"/>
            <a:endCxn id="13439" idx="0"/>
          </p:cNvCxnSpPr>
          <p:nvPr/>
        </p:nvCxnSpPr>
        <p:spPr bwMode="auto">
          <a:xfrm flipH="1">
            <a:off x="7364148" y="2941641"/>
            <a:ext cx="0" cy="307975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34" name="직선 화살표 연결선 147"/>
          <p:cNvCxnSpPr>
            <a:cxnSpLocks noChangeShapeType="1"/>
            <a:stCxn id="13325" idx="2"/>
            <a:endCxn id="13434" idx="0"/>
          </p:cNvCxnSpPr>
          <p:nvPr/>
        </p:nvCxnSpPr>
        <p:spPr bwMode="auto">
          <a:xfrm>
            <a:off x="5150777" y="2947988"/>
            <a:ext cx="8598" cy="3048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35" name="직선 화살표 연결선 147"/>
          <p:cNvCxnSpPr>
            <a:cxnSpLocks noChangeShapeType="1"/>
            <a:stCxn id="13436" idx="2"/>
            <a:endCxn id="13380" idx="3"/>
          </p:cNvCxnSpPr>
          <p:nvPr/>
        </p:nvCxnSpPr>
        <p:spPr bwMode="auto">
          <a:xfrm rot="5400000">
            <a:off x="4371314" y="1021956"/>
            <a:ext cx="196850" cy="5788819"/>
          </a:xfrm>
          <a:prstGeom prst="bentConnector2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36" name="Group 110"/>
          <p:cNvGrpSpPr>
            <a:grpSpLocks/>
          </p:cNvGrpSpPr>
          <p:nvPr/>
        </p:nvGrpSpPr>
        <p:grpSpPr bwMode="auto">
          <a:xfrm>
            <a:off x="2562491" y="2392363"/>
            <a:ext cx="1054233" cy="576262"/>
            <a:chOff x="4872" y="1050"/>
            <a:chExt cx="498" cy="328"/>
          </a:xfrm>
        </p:grpSpPr>
        <p:sp>
          <p:nvSpPr>
            <p:cNvPr id="13426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담당부서 배정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27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PIMS</a:t>
              </a:r>
            </a:p>
          </p:txBody>
        </p:sp>
        <p:sp>
          <p:nvSpPr>
            <p:cNvPr id="13428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IT Service Desk</a:t>
              </a:r>
            </a:p>
          </p:txBody>
        </p:sp>
        <p:sp>
          <p:nvSpPr>
            <p:cNvPr id="13429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3</a:t>
              </a:r>
            </a:p>
          </p:txBody>
        </p:sp>
      </p:grpSp>
      <p:cxnSp>
        <p:nvCxnSpPr>
          <p:cNvPr id="13337" name="직선 화살표 연결선 147"/>
          <p:cNvCxnSpPr>
            <a:cxnSpLocks noChangeShapeType="1"/>
            <a:stCxn id="13426" idx="1"/>
            <a:endCxn id="13421" idx="3"/>
          </p:cNvCxnSpPr>
          <p:nvPr/>
        </p:nvCxnSpPr>
        <p:spPr bwMode="auto">
          <a:xfrm flipH="1">
            <a:off x="1575331" y="2684463"/>
            <a:ext cx="987160" cy="635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38" name="Group 121"/>
          <p:cNvGrpSpPr>
            <a:grpSpLocks/>
          </p:cNvGrpSpPr>
          <p:nvPr/>
        </p:nvGrpSpPr>
        <p:grpSpPr bwMode="auto">
          <a:xfrm>
            <a:off x="521099" y="2398713"/>
            <a:ext cx="1054232" cy="576262"/>
            <a:chOff x="4872" y="1050"/>
            <a:chExt cx="498" cy="328"/>
          </a:xfrm>
        </p:grpSpPr>
        <p:sp>
          <p:nvSpPr>
            <p:cNvPr id="13421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PIMS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확인 후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 대응</a:t>
              </a:r>
            </a:p>
          </p:txBody>
        </p:sp>
        <p:sp>
          <p:nvSpPr>
            <p:cNvPr id="13422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유선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&amp;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원격제어</a:t>
              </a:r>
            </a:p>
          </p:txBody>
        </p:sp>
        <p:sp>
          <p:nvSpPr>
            <p:cNvPr id="13423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SM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담당자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24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7</a:t>
              </a:r>
            </a:p>
          </p:txBody>
        </p:sp>
        <p:sp>
          <p:nvSpPr>
            <p:cNvPr id="264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3339" name="그룹 493"/>
          <p:cNvGrpSpPr>
            <a:grpSpLocks/>
          </p:cNvGrpSpPr>
          <p:nvPr/>
        </p:nvGrpSpPr>
        <p:grpSpPr bwMode="auto">
          <a:xfrm>
            <a:off x="6956559" y="4452938"/>
            <a:ext cx="1052513" cy="576262"/>
            <a:chOff x="7350475" y="6545544"/>
            <a:chExt cx="1008062" cy="655728"/>
          </a:xfrm>
        </p:grpSpPr>
        <p:sp>
          <p:nvSpPr>
            <p:cNvPr id="13415" name="Rectangle 113"/>
            <p:cNvSpPr>
              <a:spLocks noChangeArrowheads="1"/>
            </p:cNvSpPr>
            <p:nvPr/>
          </p:nvSpPr>
          <p:spPr bwMode="gray">
            <a:xfrm>
              <a:off x="7350475" y="6545544"/>
              <a:ext cx="1007704" cy="151831"/>
            </a:xfrm>
            <a:prstGeom prst="rect">
              <a:avLst/>
            </a:prstGeom>
            <a:noFill/>
            <a:ln w="6350" algn="ctr">
              <a:solidFill>
                <a:schemeClr val="tx1"/>
              </a:solidFill>
              <a:prstDash val="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grpSp>
          <p:nvGrpSpPr>
            <p:cNvPr id="13416" name="Group 110"/>
            <p:cNvGrpSpPr>
              <a:grpSpLocks/>
            </p:cNvGrpSpPr>
            <p:nvPr/>
          </p:nvGrpSpPr>
          <p:grpSpPr bwMode="auto">
            <a:xfrm>
              <a:off x="7350475" y="6553572"/>
              <a:ext cx="1008062" cy="647700"/>
              <a:chOff x="4872" y="1050"/>
              <a:chExt cx="498" cy="328"/>
            </a:xfrm>
          </p:grpSpPr>
          <p:sp>
            <p:nvSpPr>
              <p:cNvPr id="13417" name="Rectangle 111"/>
              <p:cNvSpPr>
                <a:spLocks noChangeArrowheads="1"/>
              </p:cNvSpPr>
              <p:nvPr/>
            </p:nvSpPr>
            <p:spPr bwMode="gray">
              <a:xfrm>
                <a:off x="4872" y="1117"/>
                <a:ext cx="498" cy="199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r>
                  <a:rPr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관리 </a:t>
                </a:r>
                <a:r>
                  <a:rPr lang="en-US" altLang="ko-KR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Sheet</a:t>
                </a:r>
                <a:r>
                  <a:rPr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에 입력</a:t>
                </a:r>
              </a:p>
            </p:txBody>
          </p:sp>
          <p:sp>
            <p:nvSpPr>
              <p:cNvPr id="13418" name="Rectangle 112"/>
              <p:cNvSpPr>
                <a:spLocks noChangeArrowheads="1"/>
              </p:cNvSpPr>
              <p:nvPr/>
            </p:nvSpPr>
            <p:spPr bwMode="gray">
              <a:xfrm>
                <a:off x="4872" y="1310"/>
                <a:ext cx="498" cy="68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r>
                  <a:rPr lang="en-US" altLang="ko-KR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Off-Line</a:t>
                </a:r>
              </a:p>
            </p:txBody>
          </p:sp>
          <p:sp>
            <p:nvSpPr>
              <p:cNvPr id="13419" name="Rectangle 113"/>
              <p:cNvSpPr>
                <a:spLocks noChangeArrowheads="1"/>
              </p:cNvSpPr>
              <p:nvPr/>
            </p:nvSpPr>
            <p:spPr bwMode="gray">
              <a:xfrm>
                <a:off x="5008" y="1050"/>
                <a:ext cx="362" cy="68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r>
                  <a:rPr lang="ko-KR" altLang="en-US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보안 </a:t>
                </a:r>
                <a:r>
                  <a:rPr lang="en-US" altLang="ko-KR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SM</a:t>
                </a:r>
              </a:p>
            </p:txBody>
          </p:sp>
          <p:sp>
            <p:nvSpPr>
              <p:cNvPr id="13420" name="Rectangle 114"/>
              <p:cNvSpPr>
                <a:spLocks noChangeArrowheads="1"/>
              </p:cNvSpPr>
              <p:nvPr/>
            </p:nvSpPr>
            <p:spPr bwMode="gray">
              <a:xfrm>
                <a:off x="4872" y="1050"/>
                <a:ext cx="136" cy="68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prstDash val="dash"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r>
                  <a:rPr lang="en-US" altLang="ko-KR" sz="800">
                    <a:solidFill>
                      <a:srgbClr val="000000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  <a:cs typeface="Arial" charset="0"/>
                  </a:rPr>
                  <a:t>15</a:t>
                </a:r>
              </a:p>
            </p:txBody>
          </p:sp>
        </p:grpSp>
      </p:grpSp>
      <p:grpSp>
        <p:nvGrpSpPr>
          <p:cNvPr id="13340" name="Group 110"/>
          <p:cNvGrpSpPr>
            <a:grpSpLocks/>
          </p:cNvGrpSpPr>
          <p:nvPr/>
        </p:nvGrpSpPr>
        <p:grpSpPr bwMode="auto">
          <a:xfrm>
            <a:off x="512499" y="6002338"/>
            <a:ext cx="1054233" cy="576262"/>
            <a:chOff x="4872" y="1050"/>
            <a:chExt cx="498" cy="328"/>
          </a:xfrm>
        </p:grpSpPr>
        <p:sp>
          <p:nvSpPr>
            <p:cNvPr id="1341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 원인 해결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방안 논의</a:t>
              </a:r>
            </a:p>
          </p:txBody>
        </p:sp>
        <p:sp>
          <p:nvSpPr>
            <p:cNvPr id="13411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12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/EA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팀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 err="1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1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10</a:t>
              </a:r>
            </a:p>
          </p:txBody>
        </p:sp>
        <p:sp>
          <p:nvSpPr>
            <p:cNvPr id="13414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3341" name="Group 110"/>
          <p:cNvGrpSpPr>
            <a:grpSpLocks/>
          </p:cNvGrpSpPr>
          <p:nvPr/>
        </p:nvGrpSpPr>
        <p:grpSpPr bwMode="auto">
          <a:xfrm>
            <a:off x="3594364" y="5183188"/>
            <a:ext cx="1052513" cy="576262"/>
            <a:chOff x="4872" y="1050"/>
            <a:chExt cx="498" cy="328"/>
          </a:xfrm>
        </p:grpSpPr>
        <p:sp>
          <p:nvSpPr>
            <p:cNvPr id="13405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설비에 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 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정책변경 및 반영</a:t>
              </a:r>
            </a:p>
          </p:txBody>
        </p:sp>
        <p:sp>
          <p:nvSpPr>
            <p:cNvPr id="13406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07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/EA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팀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08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11</a:t>
              </a:r>
            </a:p>
          </p:txBody>
        </p:sp>
        <p:sp>
          <p:nvSpPr>
            <p:cNvPr id="13409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3342" name="Group 110"/>
          <p:cNvGrpSpPr>
            <a:grpSpLocks/>
          </p:cNvGrpSpPr>
          <p:nvPr/>
        </p:nvGrpSpPr>
        <p:grpSpPr bwMode="auto">
          <a:xfrm>
            <a:off x="3594364" y="6002338"/>
            <a:ext cx="1052513" cy="576262"/>
            <a:chOff x="4872" y="1050"/>
            <a:chExt cx="498" cy="328"/>
          </a:xfrm>
        </p:grpSpPr>
        <p:sp>
          <p:nvSpPr>
            <p:cNvPr id="1340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 원인 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조치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01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02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/EA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팀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40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12</a:t>
              </a:r>
            </a:p>
          </p:txBody>
        </p:sp>
        <p:sp>
          <p:nvSpPr>
            <p:cNvPr id="13404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3343" name="Group 110"/>
          <p:cNvGrpSpPr>
            <a:grpSpLocks/>
          </p:cNvGrpSpPr>
          <p:nvPr/>
        </p:nvGrpSpPr>
        <p:grpSpPr bwMode="auto">
          <a:xfrm>
            <a:off x="5334795" y="6002338"/>
            <a:ext cx="1052513" cy="576262"/>
            <a:chOff x="4872" y="1050"/>
            <a:chExt cx="498" cy="328"/>
          </a:xfrm>
        </p:grpSpPr>
        <p:sp>
          <p:nvSpPr>
            <p:cNvPr id="13395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S/W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재 설치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96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97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현업담당자</a:t>
              </a:r>
            </a:p>
          </p:txBody>
        </p:sp>
        <p:sp>
          <p:nvSpPr>
            <p:cNvPr id="13398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13</a:t>
              </a:r>
            </a:p>
          </p:txBody>
        </p:sp>
        <p:sp>
          <p:nvSpPr>
            <p:cNvPr id="13399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3344" name="직선 화살표 연결선 147"/>
          <p:cNvCxnSpPr>
            <a:cxnSpLocks noChangeShapeType="1"/>
            <a:stCxn id="13391" idx="2"/>
            <a:endCxn id="13414" idx="0"/>
          </p:cNvCxnSpPr>
          <p:nvPr/>
        </p:nvCxnSpPr>
        <p:spPr bwMode="auto">
          <a:xfrm>
            <a:off x="1038754" y="5648328"/>
            <a:ext cx="0" cy="35401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45" name="Group 121"/>
          <p:cNvGrpSpPr>
            <a:grpSpLocks/>
          </p:cNvGrpSpPr>
          <p:nvPr/>
        </p:nvGrpSpPr>
        <p:grpSpPr bwMode="auto">
          <a:xfrm>
            <a:off x="510779" y="5072063"/>
            <a:ext cx="1054232" cy="576262"/>
            <a:chOff x="4872" y="1050"/>
            <a:chExt cx="498" cy="328"/>
          </a:xfrm>
        </p:grpSpPr>
        <p:sp>
          <p:nvSpPr>
            <p:cNvPr id="13390" name="Rectangle 122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장애 원인 파악</a:t>
              </a:r>
            </a:p>
          </p:txBody>
        </p:sp>
        <p:sp>
          <p:nvSpPr>
            <p:cNvPr id="13391" name="Rectangle 123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92" name="Rectangle 124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SM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담당자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93" name="Rectangle 125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9</a:t>
              </a:r>
            </a:p>
          </p:txBody>
        </p:sp>
        <p:sp>
          <p:nvSpPr>
            <p:cNvPr id="302" name="Line 126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grpSp>
        <p:nvGrpSpPr>
          <p:cNvPr id="13346" name="Group 110"/>
          <p:cNvGrpSpPr>
            <a:grpSpLocks/>
          </p:cNvGrpSpPr>
          <p:nvPr/>
        </p:nvGrpSpPr>
        <p:grpSpPr bwMode="auto">
          <a:xfrm>
            <a:off x="5334795" y="5183188"/>
            <a:ext cx="1052513" cy="576262"/>
            <a:chOff x="4872" y="1050"/>
            <a:chExt cx="498" cy="328"/>
          </a:xfrm>
        </p:grpSpPr>
        <p:sp>
          <p:nvSpPr>
            <p:cNvPr id="13385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요청 처리 완료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내용 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Update</a:t>
              </a:r>
              <a:endParaRPr lang="ko-KR" altLang="en-US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86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PIMS</a:t>
              </a:r>
            </a:p>
          </p:txBody>
        </p:sp>
        <p:sp>
          <p:nvSpPr>
            <p:cNvPr id="13387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EA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팀</a:t>
              </a:r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/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보안전략팀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  <a:p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88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14</a:t>
              </a:r>
            </a:p>
          </p:txBody>
        </p:sp>
        <p:sp>
          <p:nvSpPr>
            <p:cNvPr id="308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3347" name="직선 화살표 연결선 147"/>
          <p:cNvCxnSpPr>
            <a:cxnSpLocks noChangeShapeType="1"/>
            <a:stCxn id="13326" idx="1"/>
            <a:endCxn id="13325" idx="3"/>
          </p:cNvCxnSpPr>
          <p:nvPr/>
        </p:nvCxnSpPr>
        <p:spPr bwMode="auto">
          <a:xfrm flipH="1">
            <a:off x="5553209" y="2671763"/>
            <a:ext cx="1410229" cy="635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48" name="직선 화살표 연결선 147"/>
          <p:cNvCxnSpPr>
            <a:cxnSpLocks noChangeShapeType="1"/>
            <a:stCxn id="13324" idx="2"/>
            <a:endCxn id="13326" idx="0"/>
          </p:cNvCxnSpPr>
          <p:nvPr/>
        </p:nvCxnSpPr>
        <p:spPr bwMode="auto">
          <a:xfrm flipH="1">
            <a:off x="7364148" y="2098678"/>
            <a:ext cx="0" cy="30321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49" name="직선 화살표 연결선 147"/>
          <p:cNvCxnSpPr>
            <a:cxnSpLocks noChangeShapeType="1"/>
            <a:stCxn id="13325" idx="1"/>
            <a:endCxn id="13426" idx="3"/>
          </p:cNvCxnSpPr>
          <p:nvPr/>
        </p:nvCxnSpPr>
        <p:spPr bwMode="auto">
          <a:xfrm flipH="1">
            <a:off x="3616723" y="2678113"/>
            <a:ext cx="1133342" cy="635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0" name="직선 화살표 연결선 147"/>
          <p:cNvCxnSpPr>
            <a:cxnSpLocks noChangeShapeType="1"/>
            <a:stCxn id="13422" idx="2"/>
            <a:endCxn id="324" idx="0"/>
          </p:cNvCxnSpPr>
          <p:nvPr/>
        </p:nvCxnSpPr>
        <p:spPr bwMode="auto">
          <a:xfrm>
            <a:off x="1047355" y="2974978"/>
            <a:ext cx="1719" cy="74771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1" name="직선 화살표 연결선 147"/>
          <p:cNvCxnSpPr>
            <a:cxnSpLocks noChangeShapeType="1"/>
            <a:stCxn id="13410" idx="3"/>
            <a:endCxn id="13400" idx="1"/>
          </p:cNvCxnSpPr>
          <p:nvPr/>
        </p:nvCxnSpPr>
        <p:spPr bwMode="auto">
          <a:xfrm>
            <a:off x="1566731" y="6294438"/>
            <a:ext cx="2027634" cy="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2" name="직선 화살표 연결선 147"/>
          <p:cNvCxnSpPr>
            <a:cxnSpLocks noChangeShapeType="1"/>
            <a:stCxn id="13400" idx="3"/>
            <a:endCxn id="13395" idx="1"/>
          </p:cNvCxnSpPr>
          <p:nvPr/>
        </p:nvCxnSpPr>
        <p:spPr bwMode="auto">
          <a:xfrm>
            <a:off x="4646878" y="6294438"/>
            <a:ext cx="687917" cy="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3" name="직선 화살표 연결선 147"/>
          <p:cNvCxnSpPr>
            <a:cxnSpLocks noChangeShapeType="1"/>
            <a:stCxn id="13410" idx="3"/>
            <a:endCxn id="13405" idx="1"/>
          </p:cNvCxnSpPr>
          <p:nvPr/>
        </p:nvCxnSpPr>
        <p:spPr bwMode="auto">
          <a:xfrm flipV="1">
            <a:off x="1566731" y="5475288"/>
            <a:ext cx="2027634" cy="819150"/>
          </a:xfrm>
          <a:prstGeom prst="bentConnector3">
            <a:avLst>
              <a:gd name="adj1" fmla="val 50000"/>
            </a:avLst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4" name="직선 화살표 연결선 147"/>
          <p:cNvCxnSpPr>
            <a:cxnSpLocks noChangeShapeType="1"/>
            <a:stCxn id="13405" idx="3"/>
            <a:endCxn id="13385" idx="1"/>
          </p:cNvCxnSpPr>
          <p:nvPr/>
        </p:nvCxnSpPr>
        <p:spPr bwMode="auto">
          <a:xfrm>
            <a:off x="4646878" y="5475288"/>
            <a:ext cx="687917" cy="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5" name="직선 화살표 연결선 147"/>
          <p:cNvCxnSpPr>
            <a:cxnSpLocks noChangeShapeType="1"/>
            <a:stCxn id="13385" idx="3"/>
            <a:endCxn id="13418" idx="2"/>
          </p:cNvCxnSpPr>
          <p:nvPr/>
        </p:nvCxnSpPr>
        <p:spPr bwMode="auto">
          <a:xfrm flipV="1">
            <a:off x="6387306" y="5029200"/>
            <a:ext cx="1095508" cy="446088"/>
          </a:xfrm>
          <a:prstGeom prst="bentConnector2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6" name="직선 화살표 연결선 147"/>
          <p:cNvCxnSpPr>
            <a:cxnSpLocks noChangeShapeType="1"/>
            <a:stCxn id="13399" idx="0"/>
            <a:endCxn id="13386" idx="2"/>
          </p:cNvCxnSpPr>
          <p:nvPr/>
        </p:nvCxnSpPr>
        <p:spPr bwMode="auto">
          <a:xfrm flipV="1">
            <a:off x="5861050" y="5759450"/>
            <a:ext cx="0" cy="24288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57" name="Group 110"/>
          <p:cNvGrpSpPr>
            <a:grpSpLocks/>
          </p:cNvGrpSpPr>
          <p:nvPr/>
        </p:nvGrpSpPr>
        <p:grpSpPr bwMode="auto">
          <a:xfrm>
            <a:off x="521099" y="3722688"/>
            <a:ext cx="1054232" cy="576262"/>
            <a:chOff x="4872" y="1050"/>
            <a:chExt cx="498" cy="328"/>
          </a:xfrm>
        </p:grpSpPr>
        <p:sp>
          <p:nvSpPr>
            <p:cNvPr id="13380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요청 처리 완료</a:t>
              </a:r>
            </a:p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내용 입력</a:t>
              </a:r>
            </a:p>
          </p:txBody>
        </p:sp>
        <p:sp>
          <p:nvSpPr>
            <p:cNvPr id="13381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PIMS</a:t>
              </a:r>
            </a:p>
          </p:txBody>
        </p:sp>
        <p:sp>
          <p:nvSpPr>
            <p:cNvPr id="13382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EA </a:t>
              </a:r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팀</a:t>
              </a:r>
              <a:endPara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endParaRPr>
            </a:p>
          </p:txBody>
        </p:sp>
        <p:sp>
          <p:nvSpPr>
            <p:cNvPr id="13383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8</a:t>
              </a:r>
            </a:p>
          </p:txBody>
        </p:sp>
        <p:sp>
          <p:nvSpPr>
            <p:cNvPr id="324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ts val="0"/>
                </a:spcBef>
                <a:defRPr/>
              </a:pPr>
              <a:endParaRPr lang="ko-KR" altLang="en-US" sz="12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13358" name="직선 화살표 연결선 147"/>
          <p:cNvCxnSpPr>
            <a:cxnSpLocks noChangeShapeType="1"/>
            <a:stCxn id="13381" idx="2"/>
            <a:endCxn id="302" idx="0"/>
          </p:cNvCxnSpPr>
          <p:nvPr/>
        </p:nvCxnSpPr>
        <p:spPr bwMode="auto">
          <a:xfrm flipH="1">
            <a:off x="1038756" y="4298953"/>
            <a:ext cx="10319" cy="77311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59" name="직선 화살표 연결선 147"/>
          <p:cNvCxnSpPr>
            <a:cxnSpLocks noChangeShapeType="1"/>
            <a:stCxn id="13381" idx="2"/>
            <a:endCxn id="13417" idx="1"/>
          </p:cNvCxnSpPr>
          <p:nvPr/>
        </p:nvCxnSpPr>
        <p:spPr bwMode="auto">
          <a:xfrm rot="16200000" flipH="1">
            <a:off x="3778186" y="1569842"/>
            <a:ext cx="449263" cy="5907485"/>
          </a:xfrm>
          <a:prstGeom prst="bentConnector2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60" name="직선 화살표 연결선 147"/>
          <p:cNvCxnSpPr>
            <a:cxnSpLocks noChangeShapeType="1"/>
            <a:stCxn id="13417" idx="3"/>
            <a:endCxn id="118" idx="2"/>
          </p:cNvCxnSpPr>
          <p:nvPr/>
        </p:nvCxnSpPr>
        <p:spPr bwMode="auto">
          <a:xfrm flipV="1">
            <a:off x="8009072" y="4741863"/>
            <a:ext cx="682757" cy="635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361" name="Group 110"/>
          <p:cNvGrpSpPr>
            <a:grpSpLocks/>
          </p:cNvGrpSpPr>
          <p:nvPr/>
        </p:nvGrpSpPr>
        <p:grpSpPr bwMode="auto">
          <a:xfrm>
            <a:off x="4602162" y="1524003"/>
            <a:ext cx="1054233" cy="574675"/>
            <a:chOff x="4872" y="1050"/>
            <a:chExt cx="498" cy="328"/>
          </a:xfrm>
        </p:grpSpPr>
        <p:sp>
          <p:nvSpPr>
            <p:cNvPr id="13375" name="Rectangle 111"/>
            <p:cNvSpPr>
              <a:spLocks noChangeArrowheads="1"/>
            </p:cNvSpPr>
            <p:nvPr/>
          </p:nvSpPr>
          <p:spPr bwMode="gray">
            <a:xfrm>
              <a:off x="4872" y="1117"/>
              <a:ext cx="498" cy="1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문의 및 장애 접수</a:t>
              </a:r>
            </a:p>
          </p:txBody>
        </p:sp>
        <p:sp>
          <p:nvSpPr>
            <p:cNvPr id="13376" name="Rectangle 112"/>
            <p:cNvSpPr>
              <a:spLocks noChangeArrowheads="1"/>
            </p:cNvSpPr>
            <p:nvPr/>
          </p:nvSpPr>
          <p:spPr bwMode="gray">
            <a:xfrm>
              <a:off x="4872" y="1310"/>
              <a:ext cx="498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PIMS</a:t>
              </a:r>
            </a:p>
          </p:txBody>
        </p:sp>
        <p:sp>
          <p:nvSpPr>
            <p:cNvPr id="13377" name="Rectangle 113"/>
            <p:cNvSpPr>
              <a:spLocks noChangeArrowheads="1"/>
            </p:cNvSpPr>
            <p:nvPr/>
          </p:nvSpPr>
          <p:spPr bwMode="gray">
            <a:xfrm>
              <a:off x="5008" y="1050"/>
              <a:ext cx="362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IT Service Desk</a:t>
              </a:r>
            </a:p>
          </p:txBody>
        </p:sp>
        <p:sp>
          <p:nvSpPr>
            <p:cNvPr id="13378" name="Rectangle 114"/>
            <p:cNvSpPr>
              <a:spLocks noChangeArrowheads="1"/>
            </p:cNvSpPr>
            <p:nvPr/>
          </p:nvSpPr>
          <p:spPr bwMode="gray">
            <a:xfrm>
              <a:off x="4872" y="1050"/>
              <a:ext cx="136" cy="6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en-US" altLang="ko-KR" sz="8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charset="0"/>
                </a:rPr>
                <a:t>2</a:t>
              </a:r>
            </a:p>
          </p:txBody>
        </p:sp>
        <p:sp>
          <p:nvSpPr>
            <p:cNvPr id="13379" name="Line 115"/>
            <p:cNvSpPr>
              <a:spLocks noChangeAspect="1" noChangeShapeType="1"/>
            </p:cNvSpPr>
            <p:nvPr/>
          </p:nvSpPr>
          <p:spPr bwMode="gray">
            <a:xfrm>
              <a:off x="5121" y="1050"/>
              <a:ext cx="2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cxnSp>
        <p:nvCxnSpPr>
          <p:cNvPr id="13363" name="직선 화살표 연결선 147"/>
          <p:cNvCxnSpPr>
            <a:cxnSpLocks noChangeShapeType="1"/>
            <a:stCxn id="13431" idx="2"/>
          </p:cNvCxnSpPr>
          <p:nvPr/>
        </p:nvCxnSpPr>
        <p:spPr bwMode="auto">
          <a:xfrm>
            <a:off x="5159375" y="3829050"/>
            <a:ext cx="0" cy="18573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1" name="AutoShape 112"/>
          <p:cNvSpPr>
            <a:spLocks noChangeArrowheads="1"/>
          </p:cNvSpPr>
          <p:nvPr/>
        </p:nvSpPr>
        <p:spPr bwMode="auto">
          <a:xfrm>
            <a:off x="4167056" y="2886075"/>
            <a:ext cx="846138" cy="230188"/>
          </a:xfrm>
          <a:prstGeom prst="flowChartDocument">
            <a:avLst/>
          </a:prstGeom>
          <a:solidFill>
            <a:srgbClr val="CCFFCC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lIns="0" rIns="0" anchor="ctr"/>
          <a:lstStyle/>
          <a:p>
            <a:pPr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r>
              <a:rPr kumimoji="0" lang="ko-KR" altLang="en-US" sz="80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긴급 대응 </a:t>
            </a:r>
            <a:r>
              <a:rPr kumimoji="0" lang="en-US" altLang="ko-KR" sz="800" kern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Guide</a:t>
            </a:r>
          </a:p>
        </p:txBody>
      </p:sp>
      <p:sp>
        <p:nvSpPr>
          <p:cNvPr id="13365" name="자유형 125"/>
          <p:cNvSpPr>
            <a:spLocks/>
          </p:cNvSpPr>
          <p:nvPr/>
        </p:nvSpPr>
        <p:spPr bwMode="auto">
          <a:xfrm>
            <a:off x="4633121" y="3095628"/>
            <a:ext cx="314722" cy="142875"/>
          </a:xfrm>
          <a:custGeom>
            <a:avLst/>
            <a:gdLst>
              <a:gd name="T0" fmla="*/ 2791 w 290927"/>
              <a:gd name="T1" fmla="*/ 0 h 144020"/>
              <a:gd name="T2" fmla="*/ 211555 w 290927"/>
              <a:gd name="T3" fmla="*/ 59456 h 144020"/>
              <a:gd name="T4" fmla="*/ 0 w 290927"/>
              <a:gd name="T5" fmla="*/ 40557 h 144020"/>
              <a:gd name="T6" fmla="*/ 281144 w 290927"/>
              <a:gd name="T7" fmla="*/ 118911 h 144020"/>
              <a:gd name="T8" fmla="*/ 0 60000 65536"/>
              <a:gd name="T9" fmla="*/ 0 60000 65536"/>
              <a:gd name="T10" fmla="*/ 0 60000 65536"/>
              <a:gd name="T11" fmla="*/ 0 60000 65536"/>
              <a:gd name="T12" fmla="*/ 0 w 290927"/>
              <a:gd name="T13" fmla="*/ 0 h 144020"/>
              <a:gd name="T14" fmla="*/ 290927 w 290927"/>
              <a:gd name="T15" fmla="*/ 144020 h 1440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0927" h="144020">
                <a:moveTo>
                  <a:pt x="2887" y="0"/>
                </a:moveTo>
                <a:lnTo>
                  <a:pt x="218917" y="72009"/>
                </a:lnTo>
                <a:lnTo>
                  <a:pt x="0" y="49119"/>
                </a:lnTo>
                <a:lnTo>
                  <a:pt x="290927" y="144020"/>
                </a:lnTo>
              </a:path>
            </a:pathLst>
          </a:cu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3" name="자유형 125"/>
          <p:cNvSpPr>
            <a:spLocks/>
          </p:cNvSpPr>
          <p:nvPr/>
        </p:nvSpPr>
        <p:spPr bwMode="auto">
          <a:xfrm>
            <a:off x="7828388" y="4255575"/>
            <a:ext cx="314721" cy="142876"/>
          </a:xfrm>
          <a:custGeom>
            <a:avLst/>
            <a:gdLst>
              <a:gd name="T0" fmla="*/ 2851 w 290927"/>
              <a:gd name="T1" fmla="*/ 0 h 144020"/>
              <a:gd name="T2" fmla="*/ 216123 w 290927"/>
              <a:gd name="T3" fmla="*/ 67018 h 144020"/>
              <a:gd name="T4" fmla="*/ 0 w 290927"/>
              <a:gd name="T5" fmla="*/ 45716 h 144020"/>
              <a:gd name="T6" fmla="*/ 287216 w 290927"/>
              <a:gd name="T7" fmla="*/ 134037 h 144020"/>
              <a:gd name="T8" fmla="*/ 0 60000 65536"/>
              <a:gd name="T9" fmla="*/ 0 60000 65536"/>
              <a:gd name="T10" fmla="*/ 0 60000 65536"/>
              <a:gd name="T11" fmla="*/ 0 60000 65536"/>
              <a:gd name="T12" fmla="*/ 0 w 290927"/>
              <a:gd name="T13" fmla="*/ 0 h 144020"/>
              <a:gd name="T14" fmla="*/ 290927 w 290927"/>
              <a:gd name="T15" fmla="*/ 144020 h 1440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0927" h="144020">
                <a:moveTo>
                  <a:pt x="2887" y="0"/>
                </a:moveTo>
                <a:lnTo>
                  <a:pt x="218917" y="72009"/>
                </a:lnTo>
                <a:lnTo>
                  <a:pt x="0" y="49119"/>
                </a:lnTo>
                <a:lnTo>
                  <a:pt x="290927" y="144020"/>
                </a:lnTo>
              </a:path>
            </a:pathLst>
          </a:cu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scene3d>
            <a:camera prst="orthographicFront">
              <a:rot lat="10800000" lon="0" rev="0"/>
            </a:camera>
            <a:lightRig rig="threePt" dir="t"/>
          </a:scene3d>
        </p:spPr>
        <p:txBody>
          <a:bodyPr/>
          <a:lstStyle/>
          <a:p>
            <a:pPr>
              <a:lnSpc>
                <a:spcPct val="110000"/>
              </a:lnSpc>
              <a:spcBef>
                <a:spcPct val="50000"/>
              </a:spcBef>
              <a:defRPr/>
            </a:pPr>
            <a:endParaRPr lang="ko-KR" altLang="en-US" sz="12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cxnSp>
        <p:nvCxnSpPr>
          <p:cNvPr id="13367" name="직선 화살표 연결선 147"/>
          <p:cNvCxnSpPr>
            <a:cxnSpLocks noChangeShapeType="1"/>
            <a:stCxn id="13441" idx="2"/>
            <a:endCxn id="118" idx="0"/>
          </p:cNvCxnSpPr>
          <p:nvPr/>
        </p:nvCxnSpPr>
        <p:spPr bwMode="auto">
          <a:xfrm flipH="1">
            <a:off x="8908521" y="3797303"/>
            <a:ext cx="17198" cy="72866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368" name="TextBox 536"/>
          <p:cNvSpPr txBox="1">
            <a:spLocks noChangeArrowheads="1"/>
          </p:cNvSpPr>
          <p:nvPr/>
        </p:nvSpPr>
        <p:spPr bwMode="auto">
          <a:xfrm>
            <a:off x="307844" y="4794253"/>
            <a:ext cx="69923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50000"/>
              </a:lnSpc>
              <a:spcBef>
                <a:spcPct val="50000"/>
              </a:spcBef>
            </a:pPr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임시 조치 한</a:t>
            </a:r>
            <a:endParaRPr lang="en-US" altLang="ko-KR" sz="800" b="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  <a:p>
            <a:pPr eaLnBrk="1" hangingPunct="1">
              <a:lnSpc>
                <a:spcPct val="50000"/>
              </a:lnSpc>
              <a:spcBef>
                <a:spcPct val="50000"/>
              </a:spcBef>
            </a:pPr>
            <a:r>
              <a:rPr lang="ko-KR" altLang="en-US" sz="8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경우</a:t>
            </a:r>
          </a:p>
        </p:txBody>
      </p:sp>
      <p:sp>
        <p:nvSpPr>
          <p:cNvPr id="13369" name="Text Box 603"/>
          <p:cNvSpPr txBox="1">
            <a:spLocks noChangeArrowheads="1"/>
          </p:cNvSpPr>
          <p:nvPr/>
        </p:nvSpPr>
        <p:spPr bwMode="gray">
          <a:xfrm>
            <a:off x="7794096" y="1595439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13370" name="Text Box 603"/>
          <p:cNvSpPr txBox="1">
            <a:spLocks noChangeArrowheads="1"/>
          </p:cNvSpPr>
          <p:nvPr/>
        </p:nvSpPr>
        <p:spPr bwMode="gray">
          <a:xfrm>
            <a:off x="7109619" y="2116139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sp>
        <p:nvSpPr>
          <p:cNvPr id="13371" name="Text Box 603"/>
          <p:cNvSpPr txBox="1">
            <a:spLocks noChangeArrowheads="1"/>
          </p:cNvSpPr>
          <p:nvPr/>
        </p:nvSpPr>
        <p:spPr bwMode="gray">
          <a:xfrm>
            <a:off x="7092421" y="2990851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13372" name="Text Box 603"/>
          <p:cNvSpPr txBox="1">
            <a:spLocks noChangeArrowheads="1"/>
          </p:cNvSpPr>
          <p:nvPr/>
        </p:nvSpPr>
        <p:spPr bwMode="gray">
          <a:xfrm>
            <a:off x="6712348" y="2444751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sp>
        <p:nvSpPr>
          <p:cNvPr id="13373" name="Text Box 603"/>
          <p:cNvSpPr txBox="1">
            <a:spLocks noChangeArrowheads="1"/>
          </p:cNvSpPr>
          <p:nvPr/>
        </p:nvSpPr>
        <p:spPr bwMode="gray">
          <a:xfrm>
            <a:off x="5166254" y="2941639"/>
            <a:ext cx="261610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</a:t>
            </a:r>
          </a:p>
        </p:txBody>
      </p:sp>
      <p:sp>
        <p:nvSpPr>
          <p:cNvPr id="13374" name="Text Box 603"/>
          <p:cNvSpPr txBox="1">
            <a:spLocks noChangeArrowheads="1"/>
          </p:cNvSpPr>
          <p:nvPr/>
        </p:nvSpPr>
        <p:spPr bwMode="gray">
          <a:xfrm>
            <a:off x="4445662" y="2463801"/>
            <a:ext cx="268022" cy="24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1pPr>
            <a:lvl2pPr marL="742950" indent="-28575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charset="0"/>
                <a:ea typeface="돋움" pitchFamily="50" charset="-127"/>
              </a:defRPr>
            </a:lvl9pPr>
          </a:lstStyle>
          <a:p>
            <a:pPr eaLnBrk="1" latinLnBrk="0" hangingPunct="1">
              <a:lnSpc>
                <a:spcPct val="110000"/>
              </a:lnSpc>
              <a:spcBef>
                <a:spcPct val="50000"/>
              </a:spcBef>
            </a:pPr>
            <a:r>
              <a:rPr lang="en-US" altLang="ko-KR" sz="9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</a:t>
            </a:r>
          </a:p>
        </p:txBody>
      </p:sp>
      <p:sp>
        <p:nvSpPr>
          <p:cNvPr id="138" name="Rectangle 3"/>
          <p:cNvSpPr>
            <a:spLocks noChangeArrowheads="1"/>
          </p:cNvSpPr>
          <p:nvPr/>
        </p:nvSpPr>
        <p:spPr bwMode="auto">
          <a:xfrm>
            <a:off x="52388" y="57150"/>
            <a:ext cx="28745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1. 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공통사항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-</a:t>
            </a:r>
            <a:r>
              <a:rPr lang="ko-KR" altLang="en-US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보안</a:t>
            </a: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(Security)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545298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557212" y="644368"/>
            <a:ext cx="8619596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algn="l" defTabSz="762000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defTabSz="762000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defTabSz="762000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defTabSz="762000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defTabSz="762000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defTabSz="7620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defTabSz="7620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defTabSz="7620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defTabSz="7620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latinLnBrk="0" hangingPunct="1"/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장비 변화 및 신규 공장 대응에 유연하도록  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XML </a:t>
            </a:r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방식으로 하며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Defect File</a:t>
            </a:r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 검사정보 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DB</a:t>
            </a:r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간의 정합성을 높이기 위해서 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Data </a:t>
            </a:r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보정 방식은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최신 기준을 따름</a:t>
            </a:r>
            <a:r>
              <a:rPr lang="en-US" altLang="ko-KR" sz="13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89" name="Text Box 309"/>
          <p:cNvSpPr txBox="1">
            <a:spLocks noChangeArrowheads="1"/>
          </p:cNvSpPr>
          <p:nvPr/>
        </p:nvSpPr>
        <p:spPr bwMode="auto">
          <a:xfrm>
            <a:off x="319881" y="1238093"/>
            <a:ext cx="4837775" cy="271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88422" tIns="44211" rIns="88422" bIns="44211">
            <a:spAutoFit/>
          </a:bodyPr>
          <a:lstStyle/>
          <a:p>
            <a:pPr defTabSz="884238">
              <a:defRPr/>
            </a:pPr>
            <a:r>
              <a:rPr lang="en-US" altLang="ko-KR" sz="1200" b="1" i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 Defect File </a:t>
            </a:r>
            <a:r>
              <a:rPr lang="ko-KR" altLang="en-US" sz="1200" b="1" i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작성 </a:t>
            </a:r>
            <a:r>
              <a:rPr lang="en-US" altLang="ko-KR" sz="1200" b="1" i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Format </a:t>
            </a:r>
            <a:endParaRPr lang="ko-KR" altLang="en-US" sz="1200" b="1" i="1">
              <a:solidFill>
                <a:srgbClr val="80808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90" name="Group 310"/>
          <p:cNvGrpSpPr>
            <a:grpSpLocks/>
          </p:cNvGrpSpPr>
          <p:nvPr/>
        </p:nvGrpSpPr>
        <p:grpSpPr bwMode="auto">
          <a:xfrm>
            <a:off x="557213" y="1506380"/>
            <a:ext cx="1716352" cy="1449388"/>
            <a:chOff x="1711" y="2011"/>
            <a:chExt cx="998" cy="956"/>
          </a:xfrm>
        </p:grpSpPr>
        <p:sp>
          <p:nvSpPr>
            <p:cNvPr id="93" name="Rectangle 313"/>
            <p:cNvSpPr>
              <a:spLocks noChangeArrowheads="1"/>
            </p:cNvSpPr>
            <p:nvPr/>
          </p:nvSpPr>
          <p:spPr bwMode="auto">
            <a:xfrm>
              <a:off x="1711" y="2011"/>
              <a:ext cx="998" cy="167"/>
            </a:xfrm>
            <a:prstGeom prst="rect">
              <a:avLst/>
            </a:prstGeom>
            <a:gradFill rotWithShape="0">
              <a:gsLst>
                <a:gs pos="0">
                  <a:srgbClr val="3A5791"/>
                </a:gs>
                <a:gs pos="50000">
                  <a:srgbClr val="6699FF"/>
                </a:gs>
                <a:gs pos="100000">
                  <a:srgbClr val="3A579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82470" tIns="41235" rIns="82470" bIns="41235" anchor="ctr"/>
            <a:lstStyle/>
            <a:p>
              <a:pPr defTabSz="823913"/>
              <a:r>
                <a:rPr kumimoji="0" lang="en-US" altLang="ko-KR" sz="1200" b="1">
                  <a:solidFill>
                    <a:srgbClr val="FFFFFF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File Format</a:t>
              </a:r>
            </a:p>
          </p:txBody>
        </p:sp>
        <p:sp>
          <p:nvSpPr>
            <p:cNvPr id="94" name="Rectangle 314"/>
            <p:cNvSpPr>
              <a:spLocks noChangeArrowheads="1"/>
            </p:cNvSpPr>
            <p:nvPr/>
          </p:nvSpPr>
          <p:spPr bwMode="auto">
            <a:xfrm>
              <a:off x="1711" y="2178"/>
              <a:ext cx="998" cy="78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82470" tIns="41235" rIns="82470" bIns="41235" anchor="ctr"/>
            <a:lstStyle/>
            <a:p>
              <a:pPr defTabSz="823913"/>
              <a:endParaRPr lang="ko-KR" altLang="ko-KR" sz="7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aphicFrame>
        <p:nvGraphicFramePr>
          <p:cNvPr id="96" name="Group 3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06085"/>
              </p:ext>
            </p:extLst>
          </p:nvPr>
        </p:nvGraphicFramePr>
        <p:xfrm>
          <a:off x="2399114" y="1512733"/>
          <a:ext cx="6777696" cy="1435243"/>
        </p:xfrm>
        <a:graphic>
          <a:graphicData uri="http://schemas.openxmlformats.org/drawingml/2006/table">
            <a:tbl>
              <a:tblPr/>
              <a:tblGrid>
                <a:gridCol w="67776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1938"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돋움" pitchFamily="50" charset="-127"/>
                        </a:rPr>
                        <a:t>Concept</a:t>
                      </a:r>
                    </a:p>
                  </a:txBody>
                  <a:tcPr marL="89700" marR="89700" marT="39600" marB="39600" anchor="ctr" horzOverflow="overflow">
                    <a:lnL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0000"/>
                        </a:gs>
                        <a:gs pos="50000">
                          <a:srgbClr val="FFFFFF"/>
                        </a:gs>
                        <a:gs pos="100000">
                          <a:srgbClr val="FF0000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3163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돋움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File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항목 추가 및 변경이 용이하도록 정형화된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TXT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양식이 아닌 변경에 유연하게 대응 가능한</a:t>
                      </a: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XML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양식을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사용</a:t>
                      </a: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→ </a:t>
                      </a:r>
                      <a:r>
                        <a:rPr kumimoji="1" lang="ko-KR" altLang="en-US" sz="1000" b="1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확장형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Format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으로 항목 변경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추가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삭제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 용이</a:t>
                      </a: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→ 변경 시 해당 항목을 사용하는 장비에만 영향을 줌</a:t>
                      </a: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모든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Value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항목이 정의되므로 </a:t>
                      </a:r>
                      <a:r>
                        <a:rPr kumimoji="1" lang="ko-KR" altLang="en-US" sz="1000" b="1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가독성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우수함</a:t>
                      </a:r>
                    </a:p>
                  </a:txBody>
                  <a:tcPr marL="89700" marR="89700" marT="39600" marB="39600" anchor="ctr" horzOverflow="overflow">
                    <a:lnL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97" name="Picture 32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3010" y="1817530"/>
            <a:ext cx="1673358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" name="Text Box 327"/>
          <p:cNvSpPr txBox="1">
            <a:spLocks noChangeArrowheads="1"/>
          </p:cNvSpPr>
          <p:nvPr/>
        </p:nvSpPr>
        <p:spPr bwMode="auto">
          <a:xfrm>
            <a:off x="911493" y="2174721"/>
            <a:ext cx="835165" cy="18466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17961" dir="2700000" algn="ctr" rotWithShape="0">
              <a:schemeClr val="bg2">
                <a:alpha val="50000"/>
              </a:schemeClr>
            </a:outerShdw>
          </a:effectLst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ko-KR" sz="1200" b="1">
                <a:solidFill>
                  <a:srgbClr val="3366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XML Format</a:t>
            </a:r>
          </a:p>
        </p:txBody>
      </p:sp>
      <p:sp>
        <p:nvSpPr>
          <p:cNvPr id="109" name="Text Box 349"/>
          <p:cNvSpPr txBox="1">
            <a:spLocks noChangeArrowheads="1"/>
          </p:cNvSpPr>
          <p:nvPr/>
        </p:nvSpPr>
        <p:spPr bwMode="auto">
          <a:xfrm>
            <a:off x="319881" y="3342306"/>
            <a:ext cx="4837775" cy="271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88422" tIns="44211" rIns="88422" bIns="44211">
            <a:spAutoFit/>
          </a:bodyPr>
          <a:lstStyle/>
          <a:p>
            <a:pPr defTabSz="884238">
              <a:defRPr/>
            </a:pPr>
            <a:r>
              <a:rPr lang="en-US" altLang="ko-KR" sz="1200" b="1" i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2. Data </a:t>
            </a:r>
            <a:r>
              <a:rPr lang="ko-KR" altLang="en-US" sz="1200" b="1" i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보정 방식 변경</a:t>
            </a:r>
          </a:p>
        </p:txBody>
      </p:sp>
      <p:grpSp>
        <p:nvGrpSpPr>
          <p:cNvPr id="110" name="Group 350"/>
          <p:cNvGrpSpPr>
            <a:grpSpLocks/>
          </p:cNvGrpSpPr>
          <p:nvPr/>
        </p:nvGrpSpPr>
        <p:grpSpPr bwMode="auto">
          <a:xfrm>
            <a:off x="583012" y="3610593"/>
            <a:ext cx="1716352" cy="1449388"/>
            <a:chOff x="1711" y="2011"/>
            <a:chExt cx="998" cy="956"/>
          </a:xfrm>
        </p:grpSpPr>
        <p:sp>
          <p:nvSpPr>
            <p:cNvPr id="113" name="Rectangle 353"/>
            <p:cNvSpPr>
              <a:spLocks noChangeArrowheads="1"/>
            </p:cNvSpPr>
            <p:nvPr/>
          </p:nvSpPr>
          <p:spPr bwMode="auto">
            <a:xfrm>
              <a:off x="1711" y="2011"/>
              <a:ext cx="998" cy="167"/>
            </a:xfrm>
            <a:prstGeom prst="rect">
              <a:avLst/>
            </a:prstGeom>
            <a:gradFill rotWithShape="0">
              <a:gsLst>
                <a:gs pos="0">
                  <a:srgbClr val="3A5791"/>
                </a:gs>
                <a:gs pos="50000">
                  <a:srgbClr val="6699FF"/>
                </a:gs>
                <a:gs pos="100000">
                  <a:srgbClr val="3A579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82470" tIns="41235" rIns="82470" bIns="41235" anchor="ctr"/>
            <a:lstStyle/>
            <a:p>
              <a:pPr defTabSz="823913"/>
              <a:r>
                <a:rPr kumimoji="0" lang="en-US" altLang="ko-KR" sz="1200" b="1">
                  <a:solidFill>
                    <a:srgbClr val="FFFFFF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To - Be</a:t>
              </a:r>
            </a:p>
          </p:txBody>
        </p:sp>
        <p:sp>
          <p:nvSpPr>
            <p:cNvPr id="114" name="Rectangle 354"/>
            <p:cNvSpPr>
              <a:spLocks noChangeArrowheads="1"/>
            </p:cNvSpPr>
            <p:nvPr/>
          </p:nvSpPr>
          <p:spPr bwMode="auto">
            <a:xfrm>
              <a:off x="1711" y="2178"/>
              <a:ext cx="998" cy="78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82470" tIns="41235" rIns="82470" bIns="41235" anchor="ctr"/>
            <a:lstStyle/>
            <a:p>
              <a:pPr defTabSz="823913"/>
              <a:endParaRPr lang="ko-KR" altLang="ko-KR" sz="7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aphicFrame>
        <p:nvGraphicFramePr>
          <p:cNvPr id="116" name="Group 3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303362"/>
              </p:ext>
            </p:extLst>
          </p:nvPr>
        </p:nvGraphicFramePr>
        <p:xfrm>
          <a:off x="2424909" y="3616950"/>
          <a:ext cx="6751899" cy="1435243"/>
        </p:xfrm>
        <a:graphic>
          <a:graphicData uri="http://schemas.openxmlformats.org/drawingml/2006/table">
            <a:tbl>
              <a:tblPr/>
              <a:tblGrid>
                <a:gridCol w="67518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1938"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돋움" pitchFamily="50" charset="-127"/>
                        </a:rPr>
                        <a:t>Concept</a:t>
                      </a:r>
                    </a:p>
                  </a:txBody>
                  <a:tcPr marL="89700" marR="89700" marT="39600" marB="39600" anchor="ctr" horzOverflow="overflow">
                    <a:lnL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0000"/>
                        </a:gs>
                        <a:gs pos="50000">
                          <a:srgbClr val="FFFFFF"/>
                        </a:gs>
                        <a:gs pos="100000">
                          <a:srgbClr val="FF0000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3163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돋움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CST MAP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에서 검사정보가 변경 되었을 경우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File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Data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불일치 되지 않도록 변경된 정보로 </a:t>
                      </a: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Defect File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을 생성하여 검사정보 변경을 관리함</a:t>
                      </a: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→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DB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와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File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간의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정합성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별도 이력 및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File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생성으로 변경 이력 관리가 용이함</a:t>
                      </a:r>
                    </a:p>
                  </a:txBody>
                  <a:tcPr marL="89700" marR="89700" marT="39600" marB="39600" anchor="ctr" horzOverflow="overflow">
                    <a:lnL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folHlink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93" name="Group 493"/>
          <p:cNvGrpSpPr>
            <a:grpSpLocks/>
          </p:cNvGrpSpPr>
          <p:nvPr/>
        </p:nvGrpSpPr>
        <p:grpSpPr bwMode="auto">
          <a:xfrm>
            <a:off x="1217614" y="3991593"/>
            <a:ext cx="361156" cy="293688"/>
            <a:chOff x="4224" y="1872"/>
            <a:chExt cx="1440" cy="1398"/>
          </a:xfrm>
        </p:grpSpPr>
        <p:graphicFrame>
          <p:nvGraphicFramePr>
            <p:cNvPr id="194" name="Object 494"/>
            <p:cNvGraphicFramePr>
              <a:graphicFrameLocks noChangeAspect="1"/>
            </p:cNvGraphicFramePr>
            <p:nvPr/>
          </p:nvGraphicFramePr>
          <p:xfrm>
            <a:off x="4608" y="2064"/>
            <a:ext cx="720" cy="4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6081" name="Photo Editor 사진" r:id="rId5" imgW="5420482" imgH="7039958" progId="MSPhotoEd.3">
                    <p:embed/>
                  </p:oleObj>
                </mc:Choice>
                <mc:Fallback>
                  <p:oleObj name="Photo Editor 사진" r:id="rId5" imgW="5420482" imgH="7039958" progId="MSPhotoEd.3">
                    <p:embed/>
                    <p:pic>
                      <p:nvPicPr>
                        <p:cNvPr id="194" name="Object 49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608" y="2064"/>
                          <a:ext cx="720" cy="4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5" name="Object 495"/>
            <p:cNvGraphicFramePr>
              <a:graphicFrameLocks noChangeAspect="1"/>
            </p:cNvGraphicFramePr>
            <p:nvPr/>
          </p:nvGraphicFramePr>
          <p:xfrm>
            <a:off x="4224" y="1872"/>
            <a:ext cx="1440" cy="139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6082" name="Photo Editor 사진" r:id="rId7" imgW="3228571" imgH="3134162" progId="MSPhotoEd.3">
                    <p:embed/>
                  </p:oleObj>
                </mc:Choice>
                <mc:Fallback>
                  <p:oleObj name="Photo Editor 사진" r:id="rId7" imgW="3228571" imgH="3134162" progId="MSPhotoEd.3">
                    <p:embed/>
                    <p:pic>
                      <p:nvPicPr>
                        <p:cNvPr id="195" name="Object 49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224" y="1872"/>
                          <a:ext cx="1440" cy="139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pic>
        <p:nvPicPr>
          <p:cNvPr id="196" name="Picture 496" descr="서버아이콘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071" t="2307" r="827" b="2307"/>
          <a:stretch>
            <a:fillRect/>
          </a:stretch>
        </p:blipFill>
        <p:spPr bwMode="auto">
          <a:xfrm>
            <a:off x="677603" y="4544050"/>
            <a:ext cx="383514" cy="347663"/>
          </a:xfrm>
          <a:prstGeom prst="rect">
            <a:avLst/>
          </a:prstGeom>
          <a:noFill/>
          <a:ln w="9525">
            <a:solidFill>
              <a:srgbClr val="EAEAEA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97" name="Group 497"/>
          <p:cNvGrpSpPr>
            <a:grpSpLocks noChangeAspect="1"/>
          </p:cNvGrpSpPr>
          <p:nvPr/>
        </p:nvGrpSpPr>
        <p:grpSpPr bwMode="auto">
          <a:xfrm>
            <a:off x="1869419" y="4607550"/>
            <a:ext cx="290644" cy="271463"/>
            <a:chOff x="3552" y="3220"/>
            <a:chExt cx="428" cy="328"/>
          </a:xfrm>
        </p:grpSpPr>
        <p:sp>
          <p:nvSpPr>
            <p:cNvPr id="198" name="Rectangle 498"/>
            <p:cNvSpPr>
              <a:spLocks noChangeAspect="1" noChangeArrowheads="1"/>
            </p:cNvSpPr>
            <p:nvPr/>
          </p:nvSpPr>
          <p:spPr bwMode="auto">
            <a:xfrm>
              <a:off x="3556" y="3338"/>
              <a:ext cx="197" cy="210"/>
            </a:xfrm>
            <a:prstGeom prst="rect">
              <a:avLst/>
            </a:prstGeom>
            <a:solidFill>
              <a:srgbClr val="A2C1FE"/>
            </a:solidFill>
            <a:ln w="12700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9" name="Rectangle 499"/>
            <p:cNvSpPr>
              <a:spLocks noChangeAspect="1" noChangeArrowheads="1"/>
            </p:cNvSpPr>
            <p:nvPr/>
          </p:nvSpPr>
          <p:spPr bwMode="auto">
            <a:xfrm>
              <a:off x="3579" y="3358"/>
              <a:ext cx="150" cy="171"/>
            </a:xfrm>
            <a:prstGeom prst="rect">
              <a:avLst/>
            </a:prstGeom>
            <a:gradFill rotWithShape="0">
              <a:gsLst>
                <a:gs pos="0">
                  <a:srgbClr val="CECECE"/>
                </a:gs>
                <a:gs pos="100000">
                  <a:srgbClr val="FFFFFF"/>
                </a:gs>
              </a:gsLst>
              <a:lin ang="2700000" scaled="1"/>
            </a:gradFill>
            <a:ln w="12700">
              <a:solidFill>
                <a:srgbClr val="00CC99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0" name="Rectangle 500"/>
            <p:cNvSpPr>
              <a:spLocks noChangeAspect="1" noChangeArrowheads="1"/>
            </p:cNvSpPr>
            <p:nvPr/>
          </p:nvSpPr>
          <p:spPr bwMode="auto">
            <a:xfrm>
              <a:off x="3761" y="3418"/>
              <a:ext cx="219" cy="130"/>
            </a:xfrm>
            <a:prstGeom prst="rect">
              <a:avLst/>
            </a:prstGeom>
            <a:solidFill>
              <a:srgbClr val="A2C1FE"/>
            </a:solidFill>
            <a:ln w="12700">
              <a:solidFill>
                <a:srgbClr val="676767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1" name="Rectangle 501"/>
            <p:cNvSpPr>
              <a:spLocks noChangeAspect="1" noChangeArrowheads="1"/>
            </p:cNvSpPr>
            <p:nvPr/>
          </p:nvSpPr>
          <p:spPr bwMode="auto">
            <a:xfrm>
              <a:off x="3803" y="3354"/>
              <a:ext cx="45" cy="60"/>
            </a:xfrm>
            <a:prstGeom prst="rect">
              <a:avLst/>
            </a:prstGeom>
            <a:gradFill rotWithShape="0">
              <a:gsLst>
                <a:gs pos="0">
                  <a:srgbClr val="919191"/>
                </a:gs>
                <a:gs pos="50000">
                  <a:srgbClr val="FFFFFF"/>
                </a:gs>
                <a:gs pos="100000">
                  <a:srgbClr val="91919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2" name="Rectangle 502"/>
            <p:cNvSpPr>
              <a:spLocks noChangeAspect="1" noChangeArrowheads="1"/>
            </p:cNvSpPr>
            <p:nvPr/>
          </p:nvSpPr>
          <p:spPr bwMode="auto">
            <a:xfrm>
              <a:off x="3870" y="3354"/>
              <a:ext cx="45" cy="60"/>
            </a:xfrm>
            <a:prstGeom prst="rect">
              <a:avLst/>
            </a:prstGeom>
            <a:gradFill rotWithShape="0">
              <a:gsLst>
                <a:gs pos="0">
                  <a:srgbClr val="919191"/>
                </a:gs>
                <a:gs pos="50000">
                  <a:srgbClr val="FFFFFF"/>
                </a:gs>
                <a:gs pos="100000">
                  <a:srgbClr val="91919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3" name="Rectangle 503"/>
            <p:cNvSpPr>
              <a:spLocks noChangeAspect="1" noChangeArrowheads="1"/>
            </p:cNvSpPr>
            <p:nvPr/>
          </p:nvSpPr>
          <p:spPr bwMode="auto">
            <a:xfrm>
              <a:off x="3966" y="3338"/>
              <a:ext cx="14" cy="72"/>
            </a:xfrm>
            <a:prstGeom prst="rect">
              <a:avLst/>
            </a:prstGeom>
            <a:solidFill>
              <a:srgbClr val="676767"/>
            </a:solidFill>
            <a:ln w="12700">
              <a:solidFill>
                <a:srgbClr val="676767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4" name="Rectangle 504"/>
            <p:cNvSpPr>
              <a:spLocks noChangeAspect="1" noChangeArrowheads="1"/>
            </p:cNvSpPr>
            <p:nvPr/>
          </p:nvSpPr>
          <p:spPr bwMode="auto">
            <a:xfrm>
              <a:off x="3852" y="3319"/>
              <a:ext cx="128" cy="11"/>
            </a:xfrm>
            <a:prstGeom prst="rect">
              <a:avLst/>
            </a:prstGeom>
            <a:solidFill>
              <a:srgbClr val="808080"/>
            </a:solidFill>
            <a:ln w="12700">
              <a:solidFill>
                <a:srgbClr val="676767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5" name="Line 505"/>
            <p:cNvSpPr>
              <a:spLocks noChangeAspect="1" noChangeShapeType="1"/>
            </p:cNvSpPr>
            <p:nvPr/>
          </p:nvSpPr>
          <p:spPr bwMode="auto">
            <a:xfrm>
              <a:off x="3870" y="3315"/>
              <a:ext cx="0" cy="1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6" name="Line 506"/>
            <p:cNvSpPr>
              <a:spLocks noChangeAspect="1" noChangeShapeType="1"/>
            </p:cNvSpPr>
            <p:nvPr/>
          </p:nvSpPr>
          <p:spPr bwMode="auto">
            <a:xfrm>
              <a:off x="3893" y="3315"/>
              <a:ext cx="0" cy="1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7" name="Rectangle 507"/>
            <p:cNvSpPr>
              <a:spLocks noChangeAspect="1" noChangeArrowheads="1"/>
            </p:cNvSpPr>
            <p:nvPr/>
          </p:nvSpPr>
          <p:spPr bwMode="auto">
            <a:xfrm>
              <a:off x="3556" y="3220"/>
              <a:ext cx="173" cy="91"/>
            </a:xfrm>
            <a:prstGeom prst="rect">
              <a:avLst/>
            </a:prstGeom>
            <a:solidFill>
              <a:srgbClr val="C1CEFF"/>
            </a:solidFill>
            <a:ln w="12700">
              <a:solidFill>
                <a:srgbClr val="A2C1F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8" name="Rectangle 508"/>
            <p:cNvSpPr>
              <a:spLocks noChangeAspect="1" noChangeArrowheads="1"/>
            </p:cNvSpPr>
            <p:nvPr/>
          </p:nvSpPr>
          <p:spPr bwMode="auto">
            <a:xfrm>
              <a:off x="3552" y="3315"/>
              <a:ext cx="181" cy="19"/>
            </a:xfrm>
            <a:prstGeom prst="rect">
              <a:avLst/>
            </a:prstGeom>
            <a:solidFill>
              <a:srgbClr val="00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9" name="Rectangle 509"/>
            <p:cNvSpPr>
              <a:spLocks noChangeAspect="1" noChangeArrowheads="1"/>
            </p:cNvSpPr>
            <p:nvPr/>
          </p:nvSpPr>
          <p:spPr bwMode="auto">
            <a:xfrm>
              <a:off x="3579" y="3239"/>
              <a:ext cx="105" cy="52"/>
            </a:xfrm>
            <a:prstGeom prst="rect">
              <a:avLst/>
            </a:prstGeom>
            <a:gradFill rotWithShape="0">
              <a:gsLst>
                <a:gs pos="0">
                  <a:srgbClr val="C1CEFF"/>
                </a:gs>
                <a:gs pos="100000">
                  <a:srgbClr val="FFFFFF"/>
                </a:gs>
              </a:gsLst>
              <a:lin ang="2700000" scaled="1"/>
            </a:gradFill>
            <a:ln w="12700">
              <a:solidFill>
                <a:srgbClr val="A2C1F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0" name="Rectangle 510"/>
            <p:cNvSpPr>
              <a:spLocks noChangeAspect="1" noChangeArrowheads="1"/>
            </p:cNvSpPr>
            <p:nvPr/>
          </p:nvSpPr>
          <p:spPr bwMode="auto">
            <a:xfrm>
              <a:off x="3688" y="3235"/>
              <a:ext cx="45" cy="21"/>
            </a:xfrm>
            <a:prstGeom prst="rect">
              <a:avLst/>
            </a:prstGeom>
            <a:solidFill>
              <a:srgbClr val="0027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1" name="Rectangle 511"/>
            <p:cNvSpPr>
              <a:spLocks noChangeAspect="1" noChangeArrowheads="1"/>
            </p:cNvSpPr>
            <p:nvPr/>
          </p:nvSpPr>
          <p:spPr bwMode="auto">
            <a:xfrm>
              <a:off x="3688" y="3256"/>
              <a:ext cx="45" cy="19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2" name="Rectangle 512"/>
            <p:cNvSpPr>
              <a:spLocks noChangeAspect="1" noChangeArrowheads="1"/>
            </p:cNvSpPr>
            <p:nvPr/>
          </p:nvSpPr>
          <p:spPr bwMode="auto">
            <a:xfrm>
              <a:off x="3688" y="3275"/>
              <a:ext cx="45" cy="20"/>
            </a:xfrm>
            <a:prstGeom prst="rect">
              <a:avLst/>
            </a:prstGeom>
            <a:solidFill>
              <a:srgbClr val="0027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3" name="Rectangle 513"/>
            <p:cNvSpPr>
              <a:spLocks noChangeAspect="1" noChangeArrowheads="1"/>
            </p:cNvSpPr>
            <p:nvPr/>
          </p:nvSpPr>
          <p:spPr bwMode="auto">
            <a:xfrm>
              <a:off x="3783" y="3438"/>
              <a:ext cx="37" cy="70"/>
            </a:xfrm>
            <a:prstGeom prst="rect">
              <a:avLst/>
            </a:prstGeom>
            <a:gradFill rotWithShape="0">
              <a:gsLst>
                <a:gs pos="0">
                  <a:srgbClr val="C1CEFF"/>
                </a:gs>
                <a:gs pos="100000">
                  <a:srgbClr val="FFFFFF"/>
                </a:gs>
              </a:gsLst>
              <a:lin ang="2700000" scaled="1"/>
            </a:gradFill>
            <a:ln w="12700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4" name="Rectangle 514"/>
            <p:cNvSpPr>
              <a:spLocks noChangeAspect="1" noChangeArrowheads="1"/>
            </p:cNvSpPr>
            <p:nvPr/>
          </p:nvSpPr>
          <p:spPr bwMode="auto">
            <a:xfrm>
              <a:off x="3919" y="3438"/>
              <a:ext cx="39" cy="70"/>
            </a:xfrm>
            <a:prstGeom prst="rect">
              <a:avLst/>
            </a:prstGeom>
            <a:gradFill rotWithShape="0">
              <a:gsLst>
                <a:gs pos="0">
                  <a:srgbClr val="C1CEFF"/>
                </a:gs>
                <a:gs pos="100000">
                  <a:srgbClr val="FFFFFF"/>
                </a:gs>
              </a:gsLst>
              <a:lin ang="2700000" scaled="1"/>
            </a:gradFill>
            <a:ln w="12700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5" name="Rectangle 515"/>
            <p:cNvSpPr>
              <a:spLocks noChangeAspect="1" noChangeArrowheads="1"/>
            </p:cNvSpPr>
            <p:nvPr/>
          </p:nvSpPr>
          <p:spPr bwMode="auto">
            <a:xfrm>
              <a:off x="3852" y="3438"/>
              <a:ext cx="37" cy="70"/>
            </a:xfrm>
            <a:prstGeom prst="rect">
              <a:avLst/>
            </a:prstGeom>
            <a:gradFill rotWithShape="0">
              <a:gsLst>
                <a:gs pos="0">
                  <a:srgbClr val="C1CEFF"/>
                </a:gs>
                <a:gs pos="100000">
                  <a:srgbClr val="FFFFFF"/>
                </a:gs>
              </a:gsLst>
              <a:lin ang="2700000" scaled="1"/>
            </a:gradFill>
            <a:ln w="12700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6" name="Line 516"/>
            <p:cNvSpPr>
              <a:spLocks noChangeAspect="1" noChangeShapeType="1"/>
            </p:cNvSpPr>
            <p:nvPr/>
          </p:nvSpPr>
          <p:spPr bwMode="auto">
            <a:xfrm>
              <a:off x="3779" y="3533"/>
              <a:ext cx="183" cy="0"/>
            </a:xfrm>
            <a:prstGeom prst="line">
              <a:avLst/>
            </a:prstGeom>
            <a:noFill/>
            <a:ln w="25400">
              <a:solidFill>
                <a:srgbClr val="676767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17" name="Text Box 517"/>
          <p:cNvSpPr txBox="1">
            <a:spLocks noChangeArrowheads="1"/>
          </p:cNvSpPr>
          <p:nvPr/>
        </p:nvSpPr>
        <p:spPr bwMode="auto">
          <a:xfrm>
            <a:off x="1213416" y="3878888"/>
            <a:ext cx="403957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 sz="600">
                <a:solidFill>
                  <a:srgbClr val="3366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검사정보화면</a:t>
            </a:r>
          </a:p>
        </p:txBody>
      </p:sp>
      <p:sp>
        <p:nvSpPr>
          <p:cNvPr id="218" name="Text Box 519"/>
          <p:cNvSpPr txBox="1">
            <a:spLocks noChangeArrowheads="1"/>
          </p:cNvSpPr>
          <p:nvPr/>
        </p:nvSpPr>
        <p:spPr bwMode="auto">
          <a:xfrm>
            <a:off x="795209" y="4909175"/>
            <a:ext cx="136255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/>
            <a:r>
              <a:rPr lang="en-US" altLang="ko-KR" sz="600">
                <a:solidFill>
                  <a:srgbClr val="3366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</a:t>
            </a:r>
          </a:p>
        </p:txBody>
      </p:sp>
      <p:sp>
        <p:nvSpPr>
          <p:cNvPr id="219" name="Text Box 520"/>
          <p:cNvSpPr txBox="1">
            <a:spLocks noChangeArrowheads="1"/>
          </p:cNvSpPr>
          <p:nvPr/>
        </p:nvSpPr>
        <p:spPr bwMode="auto">
          <a:xfrm>
            <a:off x="1913748" y="4915525"/>
            <a:ext cx="201978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 sz="600">
                <a:solidFill>
                  <a:srgbClr val="3366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</a:t>
            </a:r>
          </a:p>
        </p:txBody>
      </p:sp>
      <p:cxnSp>
        <p:nvCxnSpPr>
          <p:cNvPr id="220" name="AutoShape 522"/>
          <p:cNvCxnSpPr>
            <a:cxnSpLocks noChangeShapeType="1"/>
          </p:cNvCxnSpPr>
          <p:nvPr/>
        </p:nvCxnSpPr>
        <p:spPr bwMode="auto">
          <a:xfrm rot="10800000" flipV="1">
            <a:off x="870216" y="4139231"/>
            <a:ext cx="347398" cy="404812"/>
          </a:xfrm>
          <a:prstGeom prst="curvedConnector2">
            <a:avLst/>
          </a:prstGeom>
          <a:noFill/>
          <a:ln w="9525">
            <a:solidFill>
              <a:srgbClr val="0000FF"/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1" name="Line 525"/>
          <p:cNvSpPr>
            <a:spLocks noChangeShapeType="1"/>
          </p:cNvSpPr>
          <p:nvPr/>
        </p:nvSpPr>
        <p:spPr bwMode="auto">
          <a:xfrm>
            <a:off x="1069711" y="4799631"/>
            <a:ext cx="799704" cy="0"/>
          </a:xfrm>
          <a:prstGeom prst="line">
            <a:avLst/>
          </a:prstGeom>
          <a:noFill/>
          <a:ln w="9525">
            <a:solidFill>
              <a:srgbClr val="0000FF"/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 sz="12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2" name="Text Box 518"/>
          <p:cNvSpPr txBox="1">
            <a:spLocks noChangeArrowheads="1"/>
          </p:cNvSpPr>
          <p:nvPr/>
        </p:nvSpPr>
        <p:spPr bwMode="auto">
          <a:xfrm>
            <a:off x="643927" y="4263056"/>
            <a:ext cx="397545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변경 </a:t>
            </a:r>
            <a:r>
              <a:rPr lang="en-US" altLang="ko-KR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</a:t>
            </a:r>
          </a:p>
          <a:p>
            <a:pPr algn="ctr" eaLnBrk="1" hangingPunct="1"/>
            <a:r>
              <a:rPr lang="en-US" altLang="ko-KR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 </a:t>
            </a:r>
            <a:r>
              <a:rPr lang="ko-KR" altLang="en-US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</a:t>
            </a:r>
          </a:p>
        </p:txBody>
      </p:sp>
      <p:sp>
        <p:nvSpPr>
          <p:cNvPr id="223" name="Text Box 526"/>
          <p:cNvSpPr txBox="1">
            <a:spLocks noChangeArrowheads="1"/>
          </p:cNvSpPr>
          <p:nvPr/>
        </p:nvSpPr>
        <p:spPr bwMode="auto">
          <a:xfrm>
            <a:off x="1196138" y="4590081"/>
            <a:ext cx="54341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변경 </a:t>
            </a:r>
            <a:r>
              <a:rPr lang="en-US" altLang="ko-KR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</a:p>
          <a:p>
            <a:pPr algn="ctr" eaLnBrk="1" hangingPunct="1"/>
            <a:r>
              <a:rPr lang="en-US" altLang="ko-KR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</a:t>
            </a:r>
          </a:p>
        </p:txBody>
      </p:sp>
      <p:sp>
        <p:nvSpPr>
          <p:cNvPr id="224" name="Text Box 527"/>
          <p:cNvSpPr txBox="1">
            <a:spLocks noChangeArrowheads="1"/>
          </p:cNvSpPr>
          <p:nvPr/>
        </p:nvSpPr>
        <p:spPr bwMode="auto">
          <a:xfrm>
            <a:off x="1596455" y="4204318"/>
            <a:ext cx="296555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</a:t>
            </a:r>
          </a:p>
          <a:p>
            <a:pPr algn="ctr" eaLnBrk="1" hangingPunct="1"/>
            <a:r>
              <a:rPr lang="ko-KR" altLang="en-US" sz="600" b="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 변경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auto">
          <a:xfrm>
            <a:off x="52388" y="57150"/>
            <a:ext cx="224612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50" name="Rectangle 4"/>
          <p:cNvSpPr>
            <a:spLocks noChangeArrowheads="1"/>
          </p:cNvSpPr>
          <p:nvPr/>
        </p:nvSpPr>
        <p:spPr bwMode="auto">
          <a:xfrm>
            <a:off x="7434585" y="203200"/>
            <a:ext cx="1115690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2-1. 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주요사항</a:t>
            </a:r>
            <a:endParaRPr lang="en-US" altLang="ko-KR" sz="1800">
              <a:latin typeface="LG스마트체 Regular" pitchFamily="50" charset="-127"/>
              <a:ea typeface="LG스마트체 Regular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1649988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3"/>
          <p:cNvSpPr>
            <a:spLocks noChangeArrowheads="1"/>
          </p:cNvSpPr>
          <p:nvPr/>
        </p:nvSpPr>
        <p:spPr bwMode="auto">
          <a:xfrm>
            <a:off x="52388" y="57150"/>
            <a:ext cx="224612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7171" name="Rectangle 4"/>
          <p:cNvSpPr>
            <a:spLocks noChangeArrowheads="1"/>
          </p:cNvSpPr>
          <p:nvPr/>
        </p:nvSpPr>
        <p:spPr bwMode="auto">
          <a:xfrm>
            <a:off x="7240621" y="203200"/>
            <a:ext cx="1309654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2-2. Judge Rule</a:t>
            </a:r>
            <a:endParaRPr lang="en-US" altLang="ko-KR" sz="1800"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74860" name="Group 11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056803"/>
              </p:ext>
            </p:extLst>
          </p:nvPr>
        </p:nvGraphicFramePr>
        <p:xfrm>
          <a:off x="239742" y="812412"/>
          <a:ext cx="9516586" cy="4831680"/>
        </p:xfrm>
        <a:graphic>
          <a:graphicData uri="http://schemas.openxmlformats.org/drawingml/2006/table">
            <a:tbl>
              <a:tblPr/>
              <a:tblGrid>
                <a:gridCol w="525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1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75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315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96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817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7986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판정코드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 반영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판정장비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후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설명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869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 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Good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PHT Rework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Rework, ‘R’ GLS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이재기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TFT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완성대기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최종검사 판정보류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RPR, DRP, LOS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LOT, ‘C’ GLS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LOT(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</a:t>
                      </a:r>
                      <a:r>
                        <a:rPr kumimoji="1" lang="ko-KR" altLang="en-US" sz="9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투자시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대응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해당 공정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Hold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이통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발생 時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 Hold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LOT, ‘F’ 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1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0" marR="72000" marT="18000" marB="18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 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후공정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검사 강화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931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3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3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9869">
                <a:tc rowSpan="8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GLASS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 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Good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RPR, DRP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Original Good GLS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ALL ‘K’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 전 장비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TFT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완성 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‘GLS Scrap(S) or ‘N’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PHT Rework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‘R’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이재기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?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TFT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완성대기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최종검사 판정보류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RPR, DRP, LOS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‘C’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1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0" marR="72000" marT="18000" marB="18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‘Q’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79869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8002" marB="18002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‘F’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200472" y="5517232"/>
            <a:ext cx="864096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※ 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해당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DEFECT FILE 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사양서 內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GLS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는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Gen6 Half Cut(E5 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원장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)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을 기준으로 함</a:t>
            </a:r>
            <a:endParaRPr lang="en-US" altLang="ko-KR" sz="1400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※ 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검사기는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2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or 1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장의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GLS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를 동시 검사하게 되며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, 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검사 완료 時 각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GLS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에 대한 </a:t>
            </a:r>
            <a:r>
              <a:rPr lang="en-US" altLang="ko-KR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Defect File</a:t>
            </a:r>
            <a:r>
              <a:rPr lang="ko-KR" altLang="en-US" sz="14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을 생성함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700991" y="7055195"/>
            <a:ext cx="6163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>
                <a:solidFill>
                  <a:schemeClr val="accent5">
                    <a:lumMod val="90000"/>
                    <a:lumOff val="1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수정</a:t>
            </a:r>
          </a:p>
        </p:txBody>
      </p:sp>
    </p:spTree>
    <p:extLst>
      <p:ext uri="{BB962C8B-B14F-4D97-AF65-F5344CB8AC3E}">
        <p14:creationId xmlns:p14="http://schemas.microsoft.com/office/powerpoint/2010/main" val="340633647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3"/>
          <p:cNvSpPr>
            <a:spLocks noChangeArrowheads="1"/>
          </p:cNvSpPr>
          <p:nvPr/>
        </p:nvSpPr>
        <p:spPr bwMode="auto">
          <a:xfrm>
            <a:off x="52388" y="57150"/>
            <a:ext cx="224612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7171" name="Rectangle 4"/>
          <p:cNvSpPr>
            <a:spLocks noChangeArrowheads="1"/>
          </p:cNvSpPr>
          <p:nvPr/>
        </p:nvSpPr>
        <p:spPr bwMode="auto">
          <a:xfrm>
            <a:off x="7240621" y="203200"/>
            <a:ext cx="1309654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2-2. Judge Rule</a:t>
            </a:r>
            <a:endParaRPr lang="en-US" altLang="ko-KR" sz="1800">
              <a:latin typeface="LG스마트체 Regular" pitchFamily="50" charset="-127"/>
              <a:ea typeface="LG스마트체 Regular" pitchFamily="50" charset="-127"/>
            </a:endParaRPr>
          </a:p>
        </p:txBody>
      </p:sp>
      <p:graphicFrame>
        <p:nvGraphicFramePr>
          <p:cNvPr id="74860" name="Group 11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402563"/>
              </p:ext>
            </p:extLst>
          </p:nvPr>
        </p:nvGraphicFramePr>
        <p:xfrm>
          <a:off x="239742" y="689358"/>
          <a:ext cx="9465786" cy="6274285"/>
        </p:xfrm>
        <a:graphic>
          <a:graphicData uri="http://schemas.openxmlformats.org/drawingml/2006/table">
            <a:tbl>
              <a:tblPr/>
              <a:tblGrid>
                <a:gridCol w="525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10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75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704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6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856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34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판정코드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수율 반영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판정장비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후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설명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347"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PANEL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 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Good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K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RPR, DRP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Original Good PNL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內 검사기에서 검출된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Zero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이거나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Killer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성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없는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NG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08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 RPR, CRP, MMA, AMA :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양품화될 확률 높은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PANEL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대한 판정</a:t>
                      </a:r>
                      <a:b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 PTN : PTN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 결과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당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300ea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이상 발생한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PANEL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8002" marB="18002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PHT Rework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'R'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8002" marB="18002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여분 코드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여분 코드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있는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RPR, DRP, LOS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있는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</a:t>
                      </a:r>
                      <a:endParaRPr lang="ko-KR" altLang="en-US" sz="9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특이 불량 등 확인이 필요한 불량 포함한 </a:t>
                      </a:r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PANEL 'Q'</a:t>
                      </a:r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(AP Less </a:t>
                      </a:r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비대상품 표시</a:t>
                      </a:r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</a:t>
                      </a:r>
                      <a:endParaRPr lang="ko-KR" altLang="en-US" sz="9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있는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6545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0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0" marB="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5000"/>
                        <a:lumOff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347">
                <a:tc rowSpan="1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 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Good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NG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8002" marB="18002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PHT Rework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'R'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Auto 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Auto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‘P’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LOS, RPR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Manual 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Manual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‘P’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RPR, DRP, LOS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필요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‘C’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</a:t>
                      </a:r>
                      <a:endParaRPr lang="ko-KR" altLang="en-US" sz="9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Slit Mura, MMA, DRP, LOS, RPR</a:t>
                      </a: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정상진행</a:t>
                      </a: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특이 불량 등 확인이 필요한 불량 포함한 </a:t>
                      </a:r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PANEL 'Q'</a:t>
                      </a:r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(AP Less </a:t>
                      </a:r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비대상품 표시</a:t>
                      </a:r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</a:t>
                      </a:r>
                      <a:endParaRPr lang="ko-KR" altLang="en-US" sz="9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RPR, DRP, LOS</a:t>
                      </a: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Manual Review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Capture</a:t>
                      </a:r>
                      <a:r>
                        <a:rPr lang="ko-KR" altLang="en-US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된</a:t>
                      </a:r>
                      <a:r>
                        <a:rPr lang="ko-KR" altLang="en-US" sz="900" baseline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aseline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Image</a:t>
                      </a:r>
                      <a:r>
                        <a:rPr lang="ko-KR" altLang="en-US" sz="900" baseline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의 </a:t>
                      </a:r>
                      <a:r>
                        <a:rPr lang="en-US" altLang="ko-KR" sz="900" baseline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Focus </a:t>
                      </a:r>
                      <a:r>
                        <a:rPr lang="ko-KR" altLang="en-US" sz="900" baseline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상태가 불량하여 판정이 불가능할 경우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80892">
                <a:tc vMerge="1"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</a:t>
                      </a:r>
                      <a:endParaRPr lang="ko-KR" altLang="en-US" sz="9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10800" marB="108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RPR, DRP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Manual Review</a:t>
                      </a:r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RCS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통신 오류가 발생한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"L"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 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(RPC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JUDGE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를 송신 하였으나 장비에서 수신하지 못한 경우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0870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RPR, DRP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Manual Review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ADR </a:t>
                      </a:r>
                      <a:r>
                        <a:rPr kumimoji="1" lang="ko-KR" altLang="en-US" sz="900" b="0" i="0" u="none" strike="noStrike" cap="none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진행시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IMAGE CAPTURE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SKIP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"S"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</a:t>
                      </a:r>
                      <a:b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SKIP CASE</a:t>
                      </a:r>
                      <a:b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① MPC OP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의한 강제 전환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② 해당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 다발한 경우</a:t>
                      </a:r>
                      <a:b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기준은 모델에 의해 결정되며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T/T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미치는 영향을 최소화 하기 위해 다발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GLS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는 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MANUAL REVIEW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실시함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34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2006" marR="72006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PTN, DRP, RPR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PR Repair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불량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에 대해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‘F’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판정</a:t>
                      </a:r>
                    </a:p>
                  </a:txBody>
                  <a:tcPr marL="36000" marR="36000" marT="10800" marB="108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8700991" y="7055195"/>
            <a:ext cx="6163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>
                <a:solidFill>
                  <a:schemeClr val="accent5">
                    <a:lumMod val="90000"/>
                    <a:lumOff val="1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수정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ChangeArrowheads="1"/>
          </p:cNvSpPr>
          <p:nvPr/>
        </p:nvSpPr>
        <p:spPr bwMode="auto">
          <a:xfrm>
            <a:off x="57150" y="57150"/>
            <a:ext cx="2246313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2. MAIN CONCEPT</a:t>
            </a:r>
          </a:p>
        </p:txBody>
      </p:sp>
      <p:sp>
        <p:nvSpPr>
          <p:cNvPr id="8195" name="Rectangle 3"/>
          <p:cNvSpPr>
            <a:spLocks noChangeArrowheads="1"/>
          </p:cNvSpPr>
          <p:nvPr/>
        </p:nvSpPr>
        <p:spPr bwMode="auto">
          <a:xfrm>
            <a:off x="6103938" y="203200"/>
            <a:ext cx="2378856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>
                <a:latin typeface="LG스마트체 Bold" pitchFamily="50" charset="-127"/>
                <a:ea typeface="LG스마트체 Bold" pitchFamily="50" charset="-127"/>
              </a:rPr>
              <a:t>2-3. DEFECT FILE </a:t>
            </a:r>
            <a:r>
              <a:rPr lang="ko-KR" altLang="en-US" sz="1300">
                <a:latin typeface="LG스마트체 Bold" pitchFamily="50" charset="-127"/>
                <a:ea typeface="LG스마트체 Bold" pitchFamily="50" charset="-127"/>
              </a:rPr>
              <a:t>생성 </a:t>
            </a:r>
            <a:r>
              <a:rPr lang="en-US" altLang="ko-KR" sz="1300">
                <a:latin typeface="LG스마트체 Bold" pitchFamily="50" charset="-127"/>
                <a:ea typeface="LG스마트체 Bold" pitchFamily="50" charset="-127"/>
              </a:rPr>
              <a:t>RULE</a:t>
            </a:r>
            <a:endParaRPr lang="en-US" altLang="ko-KR" sz="1800">
              <a:latin typeface="LG스마트체 Bold" pitchFamily="50" charset="-127"/>
              <a:ea typeface="LG스마트체 Bold" pitchFamily="50" charset="-127"/>
            </a:endParaRPr>
          </a:p>
        </p:txBody>
      </p:sp>
      <p:sp>
        <p:nvSpPr>
          <p:cNvPr id="8196" name="Text Box 6"/>
          <p:cNvSpPr txBox="1">
            <a:spLocks noChangeArrowheads="1"/>
          </p:cNvSpPr>
          <p:nvPr/>
        </p:nvSpPr>
        <p:spPr bwMode="auto">
          <a:xfrm>
            <a:off x="1683319" y="855305"/>
            <a:ext cx="1360488" cy="246063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ID  READING </a:t>
            </a:r>
          </a:p>
        </p:txBody>
      </p:sp>
      <p:sp>
        <p:nvSpPr>
          <p:cNvPr id="8197" name="Text Box 7"/>
          <p:cNvSpPr txBox="1">
            <a:spLocks noChangeArrowheads="1"/>
          </p:cNvSpPr>
          <p:nvPr/>
        </p:nvSpPr>
        <p:spPr bwMode="auto">
          <a:xfrm>
            <a:off x="1699988" y="2230623"/>
            <a:ext cx="1327150" cy="400050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DEFECT FILE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READING</a:t>
            </a:r>
          </a:p>
        </p:txBody>
      </p:sp>
      <p:sp>
        <p:nvSpPr>
          <p:cNvPr id="8198" name="Text Box 10"/>
          <p:cNvSpPr txBox="1">
            <a:spLocks noChangeArrowheads="1"/>
          </p:cNvSpPr>
          <p:nvPr/>
        </p:nvSpPr>
        <p:spPr bwMode="auto">
          <a:xfrm>
            <a:off x="1815082" y="2919104"/>
            <a:ext cx="1096962" cy="246062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INSPECT</a:t>
            </a:r>
          </a:p>
        </p:txBody>
      </p:sp>
      <p:sp>
        <p:nvSpPr>
          <p:cNvPr id="8199" name="Text Box 11"/>
          <p:cNvSpPr txBox="1">
            <a:spLocks noChangeArrowheads="1"/>
          </p:cNvSpPr>
          <p:nvPr/>
        </p:nvSpPr>
        <p:spPr bwMode="auto">
          <a:xfrm>
            <a:off x="1118170" y="3423929"/>
            <a:ext cx="2490787" cy="7080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DEFECT FILE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INDEX FILE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UPDATE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(or CREATE If INDEX FILE does not exist)</a:t>
            </a:r>
          </a:p>
        </p:txBody>
      </p:sp>
      <p:cxnSp>
        <p:nvCxnSpPr>
          <p:cNvPr id="8200" name="AutoShape 12"/>
          <p:cNvCxnSpPr>
            <a:cxnSpLocks noChangeShapeType="1"/>
            <a:stCxn id="8206" idx="2"/>
            <a:endCxn id="8197" idx="0"/>
          </p:cNvCxnSpPr>
          <p:nvPr/>
        </p:nvCxnSpPr>
        <p:spPr bwMode="auto">
          <a:xfrm flipH="1">
            <a:off x="2363563" y="1971112"/>
            <a:ext cx="1" cy="259511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01" name="Text Box 14"/>
          <p:cNvSpPr txBox="1">
            <a:spLocks noChangeArrowheads="1"/>
          </p:cNvSpPr>
          <p:nvPr/>
        </p:nvSpPr>
        <p:spPr bwMode="auto">
          <a:xfrm>
            <a:off x="2338957" y="1978177"/>
            <a:ext cx="430213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b="1">
                <a:latin typeface="LG스마트체 Regular" pitchFamily="50" charset="-127"/>
                <a:ea typeface="LG스마트체 Regular" pitchFamily="50" charset="-127"/>
              </a:rPr>
              <a:t>Exist</a:t>
            </a:r>
          </a:p>
        </p:txBody>
      </p:sp>
      <p:sp>
        <p:nvSpPr>
          <p:cNvPr id="8202" name="Text Box 15"/>
          <p:cNvSpPr txBox="1">
            <a:spLocks noChangeArrowheads="1"/>
          </p:cNvSpPr>
          <p:nvPr/>
        </p:nvSpPr>
        <p:spPr bwMode="auto">
          <a:xfrm>
            <a:off x="3132689" y="1431233"/>
            <a:ext cx="65246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900" b="1">
                <a:latin typeface="LG스마트체 Regular" pitchFamily="50" charset="-127"/>
                <a:ea typeface="LG스마트체 Regular" pitchFamily="50" charset="-127"/>
              </a:rPr>
              <a:t>Not Exist</a:t>
            </a:r>
          </a:p>
        </p:txBody>
      </p:sp>
      <p:cxnSp>
        <p:nvCxnSpPr>
          <p:cNvPr id="8203" name="AutoShape 16"/>
          <p:cNvCxnSpPr>
            <a:cxnSpLocks noChangeShapeType="1"/>
            <a:stCxn id="8196" idx="2"/>
            <a:endCxn id="8206" idx="0"/>
          </p:cNvCxnSpPr>
          <p:nvPr/>
        </p:nvCxnSpPr>
        <p:spPr bwMode="auto">
          <a:xfrm>
            <a:off x="2363563" y="1101368"/>
            <a:ext cx="1" cy="258556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04" name="AutoShape 17"/>
          <p:cNvCxnSpPr>
            <a:cxnSpLocks noChangeShapeType="1"/>
            <a:stCxn id="8198" idx="2"/>
            <a:endCxn id="8199" idx="0"/>
          </p:cNvCxnSpPr>
          <p:nvPr/>
        </p:nvCxnSpPr>
        <p:spPr bwMode="auto">
          <a:xfrm>
            <a:off x="2363563" y="3165166"/>
            <a:ext cx="1" cy="258763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05" name="Text Box 21"/>
          <p:cNvSpPr txBox="1">
            <a:spLocks noChangeArrowheads="1"/>
          </p:cNvSpPr>
          <p:nvPr/>
        </p:nvSpPr>
        <p:spPr bwMode="auto">
          <a:xfrm>
            <a:off x="1609501" y="4366904"/>
            <a:ext cx="1508125" cy="7080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DEFECT FILE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GLASS/LOT INDEX FILE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IMAGE FILE</a:t>
            </a:r>
          </a:p>
          <a:p>
            <a:pPr algn="ctr" eaLnBrk="1" hangingPunct="1"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SEND TO SERVER</a:t>
            </a:r>
          </a:p>
        </p:txBody>
      </p:sp>
      <p:sp>
        <p:nvSpPr>
          <p:cNvPr id="8206" name="AutoShape 23"/>
          <p:cNvSpPr>
            <a:spLocks noChangeArrowheads="1"/>
          </p:cNvSpPr>
          <p:nvPr/>
        </p:nvSpPr>
        <p:spPr bwMode="auto">
          <a:xfrm>
            <a:off x="1501551" y="1359924"/>
            <a:ext cx="1724025" cy="611188"/>
          </a:xfrm>
          <a:prstGeom prst="diamond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7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SEARCH</a:t>
            </a:r>
          </a:p>
          <a:p>
            <a:pPr algn="ctr" eaLnBrk="1" hangingPunct="1">
              <a:lnSpc>
                <a:spcPct val="7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INDEX FILE</a:t>
            </a:r>
          </a:p>
        </p:txBody>
      </p:sp>
      <p:sp>
        <p:nvSpPr>
          <p:cNvPr id="8207" name="AutoShape 24"/>
          <p:cNvSpPr>
            <a:spLocks noChangeArrowheads="1"/>
          </p:cNvSpPr>
          <p:nvPr/>
        </p:nvSpPr>
        <p:spPr bwMode="auto">
          <a:xfrm>
            <a:off x="1631726" y="5297282"/>
            <a:ext cx="1463675" cy="673100"/>
          </a:xfrm>
          <a:prstGeom prst="diamond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8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LAST GLASS?</a:t>
            </a:r>
          </a:p>
        </p:txBody>
      </p:sp>
      <p:cxnSp>
        <p:nvCxnSpPr>
          <p:cNvPr id="8208" name="AutoShape 26"/>
          <p:cNvCxnSpPr>
            <a:cxnSpLocks noChangeShapeType="1"/>
            <a:stCxn id="8207" idx="1"/>
            <a:endCxn id="8196" idx="1"/>
          </p:cNvCxnSpPr>
          <p:nvPr/>
        </p:nvCxnSpPr>
        <p:spPr bwMode="auto">
          <a:xfrm rot="10800000" flipH="1">
            <a:off x="1631725" y="978338"/>
            <a:ext cx="51593" cy="4655495"/>
          </a:xfrm>
          <a:prstGeom prst="bentConnector3">
            <a:avLst>
              <a:gd name="adj1" fmla="val -1443595"/>
            </a:avLst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09" name="Text Box 27"/>
          <p:cNvSpPr txBox="1">
            <a:spLocks noChangeArrowheads="1"/>
          </p:cNvSpPr>
          <p:nvPr/>
        </p:nvSpPr>
        <p:spPr bwMode="auto">
          <a:xfrm>
            <a:off x="2364308" y="5949999"/>
            <a:ext cx="384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Yes</a:t>
            </a:r>
          </a:p>
        </p:txBody>
      </p:sp>
      <p:sp>
        <p:nvSpPr>
          <p:cNvPr id="8210" name="Text Box 28"/>
          <p:cNvSpPr txBox="1">
            <a:spLocks noChangeArrowheads="1"/>
          </p:cNvSpPr>
          <p:nvPr/>
        </p:nvSpPr>
        <p:spPr bwMode="auto">
          <a:xfrm>
            <a:off x="1359470" y="5396525"/>
            <a:ext cx="35401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No</a:t>
            </a:r>
          </a:p>
        </p:txBody>
      </p:sp>
      <p:cxnSp>
        <p:nvCxnSpPr>
          <p:cNvPr id="8211" name="AutoShape 38"/>
          <p:cNvCxnSpPr>
            <a:cxnSpLocks noChangeShapeType="1"/>
            <a:stCxn id="8206" idx="3"/>
            <a:endCxn id="8198" idx="0"/>
          </p:cNvCxnSpPr>
          <p:nvPr/>
        </p:nvCxnSpPr>
        <p:spPr bwMode="auto">
          <a:xfrm flipH="1">
            <a:off x="2363563" y="1665518"/>
            <a:ext cx="862013" cy="1253586"/>
          </a:xfrm>
          <a:prstGeom prst="bentConnector4">
            <a:avLst>
              <a:gd name="adj1" fmla="val -26519"/>
              <a:gd name="adj2" fmla="val 86895"/>
            </a:avLst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 type="none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2" name="AutoShape 41"/>
          <p:cNvCxnSpPr>
            <a:cxnSpLocks noChangeShapeType="1"/>
            <a:stCxn id="8197" idx="2"/>
            <a:endCxn id="8198" idx="0"/>
          </p:cNvCxnSpPr>
          <p:nvPr/>
        </p:nvCxnSpPr>
        <p:spPr bwMode="auto">
          <a:xfrm>
            <a:off x="2363563" y="2630673"/>
            <a:ext cx="0" cy="288431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3" name="AutoShape 42"/>
          <p:cNvCxnSpPr>
            <a:cxnSpLocks noChangeShapeType="1"/>
            <a:stCxn id="8199" idx="2"/>
            <a:endCxn id="8205" idx="0"/>
          </p:cNvCxnSpPr>
          <p:nvPr/>
        </p:nvCxnSpPr>
        <p:spPr bwMode="auto">
          <a:xfrm>
            <a:off x="2363564" y="4131954"/>
            <a:ext cx="0" cy="234950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4" name="AutoShape 43"/>
          <p:cNvCxnSpPr>
            <a:cxnSpLocks noChangeShapeType="1"/>
            <a:stCxn id="8205" idx="2"/>
            <a:endCxn id="8207" idx="0"/>
          </p:cNvCxnSpPr>
          <p:nvPr/>
        </p:nvCxnSpPr>
        <p:spPr bwMode="auto">
          <a:xfrm>
            <a:off x="2363564" y="5074929"/>
            <a:ext cx="0" cy="222353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15" name="AutoShape 44"/>
          <p:cNvCxnSpPr>
            <a:cxnSpLocks noChangeShapeType="1"/>
            <a:stCxn id="8207" idx="2"/>
            <a:endCxn id="8217" idx="0"/>
          </p:cNvCxnSpPr>
          <p:nvPr/>
        </p:nvCxnSpPr>
        <p:spPr bwMode="auto">
          <a:xfrm>
            <a:off x="2363564" y="5970382"/>
            <a:ext cx="0" cy="224758"/>
          </a:xfrm>
          <a:prstGeom prst="straightConnector1">
            <a:avLst/>
          </a:pr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16" name="Rectangle 45"/>
          <p:cNvSpPr>
            <a:spLocks noChangeArrowheads="1"/>
          </p:cNvSpPr>
          <p:nvPr/>
        </p:nvSpPr>
        <p:spPr bwMode="auto">
          <a:xfrm>
            <a:off x="324420" y="626864"/>
            <a:ext cx="4191000" cy="5970842"/>
          </a:xfrm>
          <a:prstGeom prst="rect">
            <a:avLst/>
          </a:prstGeom>
          <a:noFill/>
          <a:ln w="38100" cmpd="dbl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  <a:defRPr/>
            </a:pPr>
            <a:endParaRPr lang="ko-KR" altLang="ko-KR" sz="1200" b="1">
              <a:solidFill>
                <a:srgbClr val="FF00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8217" name="Text Box 46"/>
          <p:cNvSpPr txBox="1">
            <a:spLocks noChangeArrowheads="1"/>
          </p:cNvSpPr>
          <p:nvPr/>
        </p:nvSpPr>
        <p:spPr bwMode="auto">
          <a:xfrm>
            <a:off x="2016695" y="6195140"/>
            <a:ext cx="693737" cy="246063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LOT END</a:t>
            </a:r>
          </a:p>
        </p:txBody>
      </p:sp>
      <p:sp>
        <p:nvSpPr>
          <p:cNvPr id="8218" name="Text Box 47"/>
          <p:cNvSpPr txBox="1">
            <a:spLocks noChangeArrowheads="1"/>
          </p:cNvSpPr>
          <p:nvPr/>
        </p:nvSpPr>
        <p:spPr bwMode="auto">
          <a:xfrm>
            <a:off x="4599557" y="976113"/>
            <a:ext cx="5096865" cy="2800767"/>
          </a:xfrm>
          <a:prstGeom prst="rect">
            <a:avLst/>
          </a:prstGeom>
          <a:noFill/>
          <a:ln w="952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1. GLASS ID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를 인식함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(OCR or HOST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로부터 정보 받음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.)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2. GLASS INDEX FILE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이 있는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DIRECTORY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에서 해당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INDEX FILE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SARCHING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함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 ※ Host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로 부터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2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장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(NORMAL)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or 1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장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(ABNORMAL)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의 정보를 받으며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, 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정보를 받은 모든 </a:t>
            </a:r>
            <a:endParaRPr lang="en-US" altLang="ko-KR" sz="1000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     GLS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에 대한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INDEX FILE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SEARCHING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함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3.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해당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INDEX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이 존재 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READING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후 가장 최근 저장된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의 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위치 정보를 확인하여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READING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하고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해당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INDEX FILE 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미 </a:t>
            </a:r>
            <a:r>
              <a:rPr lang="ko-KR" altLang="en-US" sz="1000" err="1">
                <a:latin typeface="LG스마트체 Regular" pitchFamily="50" charset="-127"/>
                <a:ea typeface="LG스마트체 Regular" pitchFamily="50" charset="-127"/>
              </a:rPr>
              <a:t>존재시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검사 실시 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INDEX FILE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및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DEFECT FILE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을 생성함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en-US" altLang="ko-KR" sz="1000" b="1" err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ToE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공정 최초 검사 時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E5 DFS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에 접속하여 해당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GLS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의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E5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최종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DEFECT FILE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을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LOADING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    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하고 </a:t>
            </a:r>
            <a:r>
              <a:rPr lang="en-US" altLang="ko-KR" sz="1000" b="1" err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ToE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DEFECT FILE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사양으로 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CONVERSION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및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UPDATE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실시함</a:t>
            </a:r>
            <a:endParaRPr lang="en-US" altLang="ko-KR" sz="1000" b="1">
              <a:solidFill>
                <a:srgbClr val="0000FF"/>
              </a:solidFill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     (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해당장비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: </a:t>
            </a:r>
            <a:r>
              <a:rPr lang="ko-KR" altLang="en-US" sz="1000" b="1" err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단동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PTN / Inline PTN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검사기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, MMA </a:t>
            </a:r>
            <a:r>
              <a:rPr lang="ko-KR" altLang="en-US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검사기</a:t>
            </a:r>
            <a:r>
              <a:rPr lang="en-US" altLang="ko-KR" sz="1000" b="1">
                <a:solidFill>
                  <a:srgbClr val="0000FF"/>
                </a:solidFill>
                <a:latin typeface="LG스마트체 Regular" pitchFamily="50" charset="-127"/>
                <a:ea typeface="LG스마트체 Regular" pitchFamily="50" charset="-127"/>
              </a:rPr>
              <a:t>)</a:t>
            </a:r>
            <a:endParaRPr lang="ko-KR" altLang="en-US" sz="1000">
              <a:solidFill>
                <a:srgbClr val="0000FF"/>
              </a:solidFill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4. GLASS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검사를 실시한 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DEFECT FILE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및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INDEX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UPDATE OR 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생성하여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SERVER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로 전송함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5. IMAGE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은 생성시마다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SERVER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로 전송함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검사서버 ↔ 검사장비간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File Send/Read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는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FTP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를 이용하여 접속하고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2(OR 1) GLASS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작업 </a:t>
            </a:r>
            <a:endParaRPr lang="en-US" altLang="ko-KR" sz="1000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     종료 까지 접속을 유지함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(GLASS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작업 </a:t>
            </a:r>
            <a:r>
              <a:rPr lang="ko-KR" altLang="en-US" sz="1000" b="1" err="1">
                <a:latin typeface="LG스마트체 Regular" pitchFamily="50" charset="-127"/>
                <a:ea typeface="LG스마트체 Regular" pitchFamily="50" charset="-127"/>
              </a:rPr>
              <a:t>시작시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FTP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접속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, GLASS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작업 종료 후 접속 해제함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)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 ※ </a:t>
            </a:r>
            <a:r>
              <a:rPr lang="ko-KR" altLang="en-US" sz="1000" b="1" err="1">
                <a:latin typeface="LG스마트체 Regular" pitchFamily="50" charset="-127"/>
                <a:ea typeface="LG스마트체 Regular" pitchFamily="50" charset="-127"/>
              </a:rPr>
              <a:t>장비별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FTP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접속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IP,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계정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, Password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설정 기능 필요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수시변경 가능</a:t>
            </a:r>
            <a:r>
              <a:rPr lang="ko-KR" altLang="en-US" sz="1000">
                <a:solidFill>
                  <a:srgbClr val="FF3300"/>
                </a:solidFill>
                <a:latin typeface="LG스마트체 Regular" pitchFamily="50" charset="-127"/>
                <a:ea typeface="LG스마트체 Regular" pitchFamily="50" charset="-127"/>
              </a:rPr>
              <a:t> </a:t>
            </a:r>
            <a:endParaRPr lang="ko-KR" altLang="en-US" sz="1000" b="1">
              <a:solidFill>
                <a:srgbClr val="FF3300"/>
              </a:solidFill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8219" name="Text Box 48"/>
          <p:cNvSpPr txBox="1">
            <a:spLocks noChangeArrowheads="1"/>
          </p:cNvSpPr>
          <p:nvPr/>
        </p:nvSpPr>
        <p:spPr bwMode="auto">
          <a:xfrm>
            <a:off x="4607495" y="626863"/>
            <a:ext cx="2346325" cy="303212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EAEAEA"/>
              </a:gs>
            </a:gsLst>
            <a:lin ang="0" scaled="1"/>
          </a:gradFill>
          <a:ln w="9525" algn="ctr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</p:spPr>
        <p:txBody>
          <a:bodyPr lIns="0" rIns="0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10000"/>
              </a:lnSpc>
              <a:defRPr/>
            </a:pPr>
            <a:r>
              <a:rPr lang="en-US" altLang="ko-KR" sz="1200" b="1">
                <a:latin typeface="LG스마트체 Regular" pitchFamily="50" charset="-127"/>
                <a:ea typeface="LG스마트체 Regular" pitchFamily="50" charset="-127"/>
              </a:rPr>
              <a:t>DEFECT FILE </a:t>
            </a:r>
            <a:r>
              <a:rPr lang="ko-KR" altLang="en-US" sz="1200" b="1">
                <a:latin typeface="LG스마트체 Regular" pitchFamily="50" charset="-127"/>
                <a:ea typeface="LG스마트체 Regular" pitchFamily="50" charset="-127"/>
              </a:rPr>
              <a:t>생성 주요 </a:t>
            </a:r>
            <a:r>
              <a:rPr lang="en-US" altLang="ko-KR" sz="1200" b="1">
                <a:latin typeface="LG스마트체 Regular" pitchFamily="50" charset="-127"/>
                <a:ea typeface="LG스마트체 Regular" pitchFamily="50" charset="-127"/>
              </a:rPr>
              <a:t>FLOW</a:t>
            </a:r>
          </a:p>
        </p:txBody>
      </p:sp>
      <p:sp>
        <p:nvSpPr>
          <p:cNvPr id="8220" name="Text Box 49"/>
          <p:cNvSpPr txBox="1">
            <a:spLocks noChangeArrowheads="1"/>
          </p:cNvSpPr>
          <p:nvPr/>
        </p:nvSpPr>
        <p:spPr bwMode="auto">
          <a:xfrm>
            <a:off x="4601145" y="4135492"/>
            <a:ext cx="5095277" cy="2462213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※ Index File Search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기준은 현재 공정 번호보다 작은 공정 中 가장 큰 공정의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Defect File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을 </a:t>
            </a:r>
            <a:endParaRPr lang="en-US" altLang="ko-KR" sz="1000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    Loading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하며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, Search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後 중복 공정 번호가 있을 경우 가장 최근의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Defect File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Loading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함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. 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※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모든 장비는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검사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2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장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OR 1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장 </a:t>
            </a:r>
            <a:r>
              <a:rPr lang="ko-KR" altLang="en-US" sz="1000" b="1" err="1">
                <a:latin typeface="LG스마트체 Regular" pitchFamily="50" charset="-127"/>
                <a:ea typeface="LG스마트체 Regular" pitchFamily="50" charset="-127"/>
              </a:rPr>
              <a:t>종료시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 마다 각각의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GLASS DEFECT FILE, GLASS </a:t>
            </a:r>
          </a:p>
          <a:p>
            <a:pPr eaLnBrk="1" hangingPunct="1">
              <a:lnSpc>
                <a:spcPct val="110000"/>
              </a:lnSpc>
              <a:defRPr/>
            </a:pP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    INDEX FILE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SERVER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로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SENDING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하며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IMAGE FILE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의 경우 생성시마다 </a:t>
            </a:r>
            <a:r>
              <a:rPr lang="en-US" altLang="ko-KR" sz="1000" b="1">
                <a:latin typeface="LG스마트체 Regular" pitchFamily="50" charset="-127"/>
                <a:ea typeface="LG스마트체 Regular" pitchFamily="50" charset="-127"/>
              </a:rPr>
              <a:t>SERVER</a:t>
            </a:r>
            <a:r>
              <a:rPr lang="ko-KR" altLang="en-US" sz="1000" b="1">
                <a:latin typeface="LG스마트체 Regular" pitchFamily="50" charset="-127"/>
                <a:ea typeface="LG스마트체 Regular" pitchFamily="50" charset="-127"/>
              </a:rPr>
              <a:t>로 전송함</a:t>
            </a: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1.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검사도중 장비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ERROR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기인으로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INITIAL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후 검사 시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기 검사된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에 대한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</a:t>
            </a: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DEFECT FILE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은 보존되어 있어야 함 </a:t>
            </a:r>
          </a:p>
          <a:p>
            <a:pPr eaLnBrk="1" hangingPunct="1">
              <a:defRPr/>
            </a:pP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 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: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동일 장비에서 </a:t>
            </a:r>
            <a:r>
              <a:rPr lang="ko-KR" altLang="en-US" sz="1000" err="1">
                <a:latin typeface="LG스마트체 Regular" pitchFamily="50" charset="-127"/>
                <a:ea typeface="LG스마트체 Regular" pitchFamily="50" charset="-127"/>
              </a:rPr>
              <a:t>재검시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기 검사한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는 검사하지 않아도 됨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(ECS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에서 정보확인 가능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) </a:t>
            </a: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: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특정 사유로 기 검사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GLS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에 대한 재검 진행 시 기존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은 보존하고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새로운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SERVER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로 전송함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(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기존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은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***.OLD.XML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SEVER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로 전송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, </a:t>
            </a: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 INDEX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은 새로운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의 경로로 작성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)</a:t>
            </a: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2. GLASS DEFECT FILE READING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시점</a:t>
            </a:r>
          </a:p>
          <a:p>
            <a:pPr eaLnBrk="1" hangingPunct="1">
              <a:defRPr/>
            </a:pP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 ①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OCR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장착 장비는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OCR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에서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GLS ID READING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완료 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DEFECT FILE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을 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  READING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함</a:t>
            </a:r>
          </a:p>
          <a:p>
            <a:pPr eaLnBrk="1" hangingPunct="1">
              <a:defRPr/>
            </a:pP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 ②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OCR </a:t>
            </a:r>
            <a:r>
              <a:rPr lang="ko-KR" altLang="en-US" sz="1000" err="1">
                <a:latin typeface="LG스마트체 Regular" pitchFamily="50" charset="-127"/>
                <a:ea typeface="LG스마트체 Regular" pitchFamily="50" charset="-127"/>
              </a:rPr>
              <a:t>미장착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 장비는 해당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GLASS LOADING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명령 이후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ECS or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장비에서 확인한  </a:t>
            </a:r>
            <a:endParaRPr lang="en-US" altLang="ko-KR" sz="1000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defRPr/>
            </a:pP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      GLASS ID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를 </a:t>
            </a:r>
            <a:r>
              <a:rPr lang="en-US" altLang="ko-KR" sz="1000">
                <a:latin typeface="LG스마트체 Regular" pitchFamily="50" charset="-127"/>
                <a:ea typeface="LG스마트체 Regular" pitchFamily="50" charset="-127"/>
              </a:rPr>
              <a:t>READING </a:t>
            </a:r>
            <a:r>
              <a:rPr lang="ko-KR" altLang="en-US" sz="1000">
                <a:latin typeface="LG스마트체 Regular" pitchFamily="50" charset="-127"/>
                <a:ea typeface="LG스마트체 Regular" pitchFamily="50" charset="-127"/>
              </a:rPr>
              <a:t>함    </a:t>
            </a:r>
          </a:p>
        </p:txBody>
      </p:sp>
      <p:sp>
        <p:nvSpPr>
          <p:cNvPr id="8221" name="Text Box 50"/>
          <p:cNvSpPr txBox="1">
            <a:spLocks noChangeArrowheads="1"/>
          </p:cNvSpPr>
          <p:nvPr/>
        </p:nvSpPr>
        <p:spPr bwMode="auto">
          <a:xfrm>
            <a:off x="4605907" y="3808467"/>
            <a:ext cx="1611313" cy="303213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EAEAEA"/>
              </a:gs>
            </a:gsLst>
            <a:lin ang="0" scaled="1"/>
          </a:gradFill>
          <a:ln w="9525" algn="ctr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</p:spPr>
        <p:txBody>
          <a:bodyPr lIns="0" rIns="0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10000"/>
              </a:lnSpc>
              <a:defRPr/>
            </a:pPr>
            <a:r>
              <a:rPr lang="ko-KR" altLang="en-US" sz="1200" b="1">
                <a:latin typeface="LG스마트체 Regular" pitchFamily="50" charset="-127"/>
                <a:ea typeface="LG스마트체 Regular" pitchFamily="50" charset="-127"/>
              </a:rPr>
              <a:t>주요 </a:t>
            </a:r>
            <a:r>
              <a:rPr lang="en-US" altLang="ko-KR" sz="1200" b="1">
                <a:latin typeface="LG스마트체 Regular" pitchFamily="50" charset="-127"/>
                <a:ea typeface="LG스마트체 Regular" pitchFamily="50" charset="-127"/>
              </a:rPr>
              <a:t>ISSUE </a:t>
            </a:r>
            <a:r>
              <a:rPr lang="ko-KR" altLang="en-US" sz="1200" b="1">
                <a:latin typeface="LG스마트체 Regular" pitchFamily="50" charset="-127"/>
                <a:ea typeface="LG스마트체 Regular" pitchFamily="50" charset="-127"/>
              </a:rPr>
              <a:t>별 정리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3"/>
          <p:cNvSpPr>
            <a:spLocks noChangeArrowheads="1"/>
          </p:cNvSpPr>
          <p:nvPr/>
        </p:nvSpPr>
        <p:spPr bwMode="auto">
          <a:xfrm>
            <a:off x="5381625" y="203200"/>
            <a:ext cx="3168650" cy="293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itchFamily="50" charset="-127"/>
                <a:ea typeface="LG스마트체 Regular" pitchFamily="50" charset="-127"/>
              </a:rPr>
              <a:t>2-4. </a:t>
            </a:r>
            <a:r>
              <a:rPr lang="ko-KR" altLang="en-US" sz="1300" b="1">
                <a:latin typeface="LG스마트체 Regular" pitchFamily="50" charset="-127"/>
                <a:ea typeface="LG스마트체 Regular" pitchFamily="50" charset="-127"/>
              </a:rPr>
              <a:t>장비간 </a:t>
            </a:r>
            <a:r>
              <a:rPr lang="en-US" altLang="ko-KR" sz="1300" b="1">
                <a:latin typeface="LG스마트체 Regular" pitchFamily="50" charset="-127"/>
                <a:ea typeface="LG스마트체 Regular" pitchFamily="50" charset="-127"/>
              </a:rPr>
              <a:t>INTERFACE </a:t>
            </a:r>
            <a:r>
              <a:rPr lang="ko-KR" altLang="en-US" sz="1300" b="1">
                <a:latin typeface="LG스마트체 Regular" pitchFamily="50" charset="-127"/>
                <a:ea typeface="LG스마트체 Regular" pitchFamily="50" charset="-127"/>
              </a:rPr>
              <a:t>및 검사정보 </a:t>
            </a:r>
            <a:r>
              <a:rPr lang="ko-KR" altLang="en-US" sz="1300" b="1" err="1">
                <a:latin typeface="LG스마트체 Regular" pitchFamily="50" charset="-127"/>
                <a:ea typeface="LG스마트체 Regular" pitchFamily="50" charset="-127"/>
              </a:rPr>
              <a:t>운영안</a:t>
            </a:r>
            <a:endParaRPr lang="ko-KR" altLang="en-US" sz="1800"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9223" name="Rectangle 18"/>
          <p:cNvSpPr>
            <a:spLocks noChangeArrowheads="1"/>
          </p:cNvSpPr>
          <p:nvPr/>
        </p:nvSpPr>
        <p:spPr bwMode="auto">
          <a:xfrm>
            <a:off x="57150" y="57150"/>
            <a:ext cx="228758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2. MAIN CONCEPT</a:t>
            </a: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250825" y="644528"/>
            <a:ext cx="53046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REVIEW SAMPLING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시 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 있는 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SELECT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해야 함</a:t>
            </a:r>
            <a:endParaRPr lang="ko-KR" altLang="en-US" b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Rectangle 5"/>
          <p:cNvSpPr>
            <a:spLocks noChangeArrowheads="1"/>
          </p:cNvSpPr>
          <p:nvPr/>
        </p:nvSpPr>
        <p:spPr bwMode="auto">
          <a:xfrm>
            <a:off x="523875" y="944567"/>
            <a:ext cx="8242300" cy="143827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유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무 를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SELECTION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(REVIEW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확인 가능해야 함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→ 장비에서 검사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SERVER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접속해서 해당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 DIRECTORY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있는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FILE(PTN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해서 해당 정보를</a:t>
            </a:r>
            <a:b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검사기 화면에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DISPLAY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시킴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검사자가 최종으로 검사할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선택 후 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ECS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정보를 보내어 실행함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b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Sampling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검사를 실시하는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REVIEW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REV/RPR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장비에서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시에는 반드시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생성한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b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DEFECT FILE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해야 함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(GLASS DEFECT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: C:\DEFECT\INSPECTOR\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\RECIPE\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UNITID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\LOTID\) </a:t>
            </a:r>
          </a:p>
        </p:txBody>
      </p:sp>
      <p:sp>
        <p:nvSpPr>
          <p:cNvPr id="12" name="Text Box 6"/>
          <p:cNvSpPr txBox="1">
            <a:spLocks noChangeArrowheads="1"/>
          </p:cNvSpPr>
          <p:nvPr/>
        </p:nvSpPr>
        <p:spPr bwMode="auto">
          <a:xfrm>
            <a:off x="250827" y="2471742"/>
            <a:ext cx="663194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OPEN REPAIR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JUDGE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별 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SELECT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가능해야 함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향후 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OPEN REPAIR </a:t>
            </a:r>
            <a:r>
              <a:rPr lang="ko-KR" altLang="en-US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장비 </a:t>
            </a:r>
            <a:r>
              <a:rPr lang="ko-KR" altLang="en-US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투자시</a:t>
            </a:r>
            <a:r>
              <a:rPr lang="en-US" altLang="ko-KR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lang="ko-KR" altLang="en-US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Rectangle 7"/>
          <p:cNvSpPr>
            <a:spLocks noChangeArrowheads="1"/>
          </p:cNvSpPr>
          <p:nvPr/>
        </p:nvSpPr>
        <p:spPr bwMode="auto">
          <a:xfrm>
            <a:off x="523877" y="2776538"/>
            <a:ext cx="8251825" cy="1001712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OFF-LINE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시에도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JUDGE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SELECTION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화면에서 확인 가능해야 함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(ON-LINE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시에는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정보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받음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→ OFF-LINE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INDEX 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해서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SLOT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 확인 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INDEX FILE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이용하여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FILE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 RPR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생성한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해야 함 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(GLASS DEFEFCT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: C:\DEFECT\INSPECTOR\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\RECIPE\UNITID\LOTID\) </a:t>
            </a:r>
          </a:p>
        </p:txBody>
      </p:sp>
      <p:sp>
        <p:nvSpPr>
          <p:cNvPr id="14" name="Rectangle 20"/>
          <p:cNvSpPr>
            <a:spLocks noChangeArrowheads="1"/>
          </p:cNvSpPr>
          <p:nvPr/>
        </p:nvSpPr>
        <p:spPr bwMode="auto">
          <a:xfrm>
            <a:off x="506415" y="4151313"/>
            <a:ext cx="8239125" cy="2292350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 ID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생성되는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분석하기 위해 사용되며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아래와 같은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RULE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장비에서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 ID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항목에 기록하여야 함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 ID = 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LOTID+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착공시간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(Robot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r>
              <a:rPr lang="en-US" altLang="ko-KR" sz="1000" b="0" baseline="30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GLASS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LOADING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하는 시점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즉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1</a:t>
            </a:r>
            <a:r>
              <a:rPr lang="en-US" altLang="ko-KR" sz="1000" b="0" baseline="30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GLASS INTIME)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en-US" sz="15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</a:t>
            </a:r>
            <a:r>
              <a:rPr lang="en-US" altLang="ko-KR" sz="15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en-US" altLang="en-US" sz="15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5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r>
              <a:rPr lang="en-US" altLang="en-US" sz="15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EA00100000_20170124142639</a:t>
            </a:r>
            <a:r>
              <a:rPr lang="en-US" altLang="ko-KR" sz="15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&lt;LOTID(1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bytes)_</a:t>
            </a:r>
            <a:r>
              <a:rPr lang="en-US" altLang="en-US" sz="1000" b="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YYYYMMDDhhmmss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(14bytes)&gt;</a:t>
            </a:r>
            <a:endParaRPr lang="en-US" altLang="ko-KR" sz="1500" b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주의사항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 LOT ID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MAX 14Byte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까지 대응하며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공란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(Space)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제거함 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8EA00100000_2008124142639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OK, 7FFFF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_2017124142639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OK,</a:t>
            </a: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                                                                                                        8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EA00100000   _2008124142639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NG,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7F  FF_2017124142639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NG)</a:t>
            </a:r>
            <a:endParaRPr lang="en-US" altLang="ko-KR" sz="1000" b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2. </a:t>
            </a:r>
            <a:r>
              <a:rPr lang="en-US" altLang="en-US" sz="1000" b="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동일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L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OT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안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GLS/PNL Defect </a:t>
            </a:r>
            <a:r>
              <a:rPr lang="en-US" altLang="en-US" sz="1000" b="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File은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en-US" sz="1000" b="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동일한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en-US" sz="1000" b="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KEYID부여</a:t>
            </a:r>
            <a:r>
              <a:rPr lang="en-US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en-US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MAX 60GLS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동일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 ID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가짐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lang="ko-KR" altLang="en-US" sz="1000" b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>
              <a:lnSpc>
                <a:spcPct val="150000"/>
              </a:lnSpc>
              <a:spcBef>
                <a:spcPct val="0"/>
              </a:spcBef>
            </a:pP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3. KEY ID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장비의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On/Off Line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착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완공 여부에 관계없이 기록하여야 함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즉 장비에서 작업한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모두 기록</a:t>
            </a:r>
          </a:p>
        </p:txBody>
      </p:sp>
      <p:sp>
        <p:nvSpPr>
          <p:cNvPr id="15" name="Rectangle 21"/>
          <p:cNvSpPr>
            <a:spLocks noChangeArrowheads="1"/>
          </p:cNvSpPr>
          <p:nvPr/>
        </p:nvSpPr>
        <p:spPr bwMode="auto">
          <a:xfrm>
            <a:off x="239714" y="3851278"/>
            <a:ext cx="15311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lnSpc>
                <a:spcPct val="100000"/>
              </a:lnSpc>
              <a:spcBef>
                <a:spcPct val="0"/>
              </a:spcBef>
            </a:pPr>
            <a:r>
              <a:rPr lang="en-US" altLang="ko-KR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KEY ID </a:t>
            </a:r>
            <a:r>
              <a:rPr lang="ko-KR" altLang="en-US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 </a:t>
            </a:r>
            <a:r>
              <a:rPr lang="en-US" altLang="ko-KR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RULE</a:t>
            </a:r>
          </a:p>
        </p:txBody>
      </p:sp>
      <p:sp>
        <p:nvSpPr>
          <p:cNvPr id="16" name="Line 22"/>
          <p:cNvSpPr>
            <a:spLocks noChangeShapeType="1"/>
          </p:cNvSpPr>
          <p:nvPr/>
        </p:nvSpPr>
        <p:spPr bwMode="auto">
          <a:xfrm>
            <a:off x="1349375" y="4847765"/>
            <a:ext cx="6350" cy="1620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" name="Line 23"/>
          <p:cNvSpPr>
            <a:spLocks noChangeShapeType="1"/>
          </p:cNvSpPr>
          <p:nvPr/>
        </p:nvSpPr>
        <p:spPr bwMode="auto">
          <a:xfrm>
            <a:off x="2124075" y="4860465"/>
            <a:ext cx="509588" cy="952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Line 24"/>
          <p:cNvSpPr>
            <a:spLocks noChangeShapeType="1"/>
          </p:cNvSpPr>
          <p:nvPr/>
        </p:nvSpPr>
        <p:spPr bwMode="auto">
          <a:xfrm>
            <a:off x="892532" y="5211763"/>
            <a:ext cx="1309415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square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" name="Line 25"/>
          <p:cNvSpPr>
            <a:spLocks noChangeShapeType="1"/>
          </p:cNvSpPr>
          <p:nvPr/>
        </p:nvSpPr>
        <p:spPr bwMode="auto">
          <a:xfrm>
            <a:off x="2301462" y="5211763"/>
            <a:ext cx="1621303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square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3"/>
          <p:cNvSpPr>
            <a:spLocks noChangeArrowheads="1"/>
          </p:cNvSpPr>
          <p:nvPr/>
        </p:nvSpPr>
        <p:spPr bwMode="auto">
          <a:xfrm>
            <a:off x="5381625" y="203200"/>
            <a:ext cx="3168650" cy="293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itchFamily="50" charset="-127"/>
                <a:ea typeface="LG스마트체 Regular" pitchFamily="50" charset="-127"/>
              </a:rPr>
              <a:t>2-4. </a:t>
            </a:r>
            <a:r>
              <a:rPr lang="ko-KR" altLang="en-US" sz="1300" b="1">
                <a:latin typeface="LG스마트체 Regular" pitchFamily="50" charset="-127"/>
                <a:ea typeface="LG스마트체 Regular" pitchFamily="50" charset="-127"/>
              </a:rPr>
              <a:t>장비간 </a:t>
            </a:r>
            <a:r>
              <a:rPr lang="en-US" altLang="ko-KR" sz="1300" b="1">
                <a:latin typeface="LG스마트체 Regular" pitchFamily="50" charset="-127"/>
                <a:ea typeface="LG스마트체 Regular" pitchFamily="50" charset="-127"/>
              </a:rPr>
              <a:t>INTERFACE </a:t>
            </a:r>
            <a:r>
              <a:rPr lang="ko-KR" altLang="en-US" sz="1300" b="1">
                <a:latin typeface="LG스마트체 Regular" pitchFamily="50" charset="-127"/>
                <a:ea typeface="LG스마트체 Regular" pitchFamily="50" charset="-127"/>
              </a:rPr>
              <a:t>및 검사정보 </a:t>
            </a:r>
            <a:r>
              <a:rPr lang="ko-KR" altLang="en-US" sz="1300" b="1" err="1">
                <a:latin typeface="LG스마트체 Regular" pitchFamily="50" charset="-127"/>
                <a:ea typeface="LG스마트체 Regular" pitchFamily="50" charset="-127"/>
              </a:rPr>
              <a:t>운영안</a:t>
            </a:r>
            <a:endParaRPr lang="ko-KR" altLang="en-US" sz="1800">
              <a:latin typeface="LG스마트체 Regular" pitchFamily="50" charset="-127"/>
              <a:ea typeface="LG스마트체 Regular" pitchFamily="50" charset="-127"/>
            </a:endParaRPr>
          </a:p>
        </p:txBody>
      </p:sp>
      <p:sp>
        <p:nvSpPr>
          <p:cNvPr id="10249" name="Rectangle 20"/>
          <p:cNvSpPr>
            <a:spLocks noChangeArrowheads="1"/>
          </p:cNvSpPr>
          <p:nvPr/>
        </p:nvSpPr>
        <p:spPr bwMode="auto">
          <a:xfrm>
            <a:off x="57150" y="57150"/>
            <a:ext cx="228758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itchFamily="50" charset="-127"/>
                <a:ea typeface="LG스마트체 Bold" pitchFamily="50" charset="-127"/>
              </a:rPr>
              <a:t>2. MAIN CONCEPT</a:t>
            </a:r>
          </a:p>
        </p:txBody>
      </p:sp>
      <p:sp>
        <p:nvSpPr>
          <p:cNvPr id="14" name="Rectangle 2"/>
          <p:cNvSpPr>
            <a:spLocks noChangeArrowheads="1"/>
          </p:cNvSpPr>
          <p:nvPr/>
        </p:nvSpPr>
        <p:spPr bwMode="auto">
          <a:xfrm>
            <a:off x="509590" y="952500"/>
            <a:ext cx="8239125" cy="2082800"/>
          </a:xfrm>
          <a:prstGeom prst="rect">
            <a:avLst/>
          </a:prstGeom>
          <a:noFill/>
          <a:ln w="9525">
            <a:solidFill>
              <a:srgbClr val="808080"/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ON-LINE</a:t>
            </a: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각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EQP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로부터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받은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RECIPE, LOT ID, GLASS ID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가지고 검사서버의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폴더에 접속하여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GLASSID.IDX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해당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경로를 찾아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OFF-LINE</a:t>
            </a: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INDEX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사용함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2.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각 장비는 작업자에 의해 입력된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RECIPE, LOT ID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이용하여 검사서버의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INDEX/LOT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폴더에 접속하여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LOTID.LOT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읽어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LOTID.LOT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파일 내에 있는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SLOT ID, LOT ID, JUDGE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정보를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ECS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화면에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DISPLAY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하고 작업자의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CONFIRM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받은 후 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INDEX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하여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15" name="Rectangle 3"/>
          <p:cNvSpPr>
            <a:spLocks noChangeArrowheads="1"/>
          </p:cNvSpPr>
          <p:nvPr/>
        </p:nvSpPr>
        <p:spPr bwMode="auto">
          <a:xfrm>
            <a:off x="242890" y="652467"/>
            <a:ext cx="272061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GLASS DEFECT FILE READING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방안</a:t>
            </a:r>
          </a:p>
        </p:txBody>
      </p:sp>
      <p:sp>
        <p:nvSpPr>
          <p:cNvPr id="16" name="Rectangle 6"/>
          <p:cNvSpPr>
            <a:spLocks noChangeArrowheads="1"/>
          </p:cNvSpPr>
          <p:nvPr/>
        </p:nvSpPr>
        <p:spPr bwMode="auto">
          <a:xfrm>
            <a:off x="254002" y="3148017"/>
            <a:ext cx="360387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PANEL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 재검 시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WRITING RULE</a:t>
            </a:r>
          </a:p>
        </p:txBody>
      </p:sp>
      <p:sp>
        <p:nvSpPr>
          <p:cNvPr id="17" name="Rectangle 7"/>
          <p:cNvSpPr>
            <a:spLocks noChangeArrowheads="1"/>
          </p:cNvSpPr>
          <p:nvPr/>
        </p:nvSpPr>
        <p:spPr bwMode="auto">
          <a:xfrm>
            <a:off x="508002" y="3462338"/>
            <a:ext cx="8239125" cy="1016000"/>
          </a:xfrm>
          <a:prstGeom prst="rect">
            <a:avLst/>
          </a:prstGeom>
          <a:noFill/>
          <a:ln w="9525">
            <a:solidFill>
              <a:srgbClr val="808080"/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ON/OFF LINE </a:t>
            </a: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동일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선택된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PANEL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대해서 검사를 실시 함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2.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이전 검사한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토대로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재검 실시한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PANEL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검사 정보만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UPDATE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하여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생성한다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(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재검 실시하지 않은 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PANEL</a:t>
            </a:r>
            <a:r>
              <a:rPr kumimoji="0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검사정보는 그대로 유지한다</a:t>
            </a:r>
            <a:r>
              <a:rPr kumimoji="0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.)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Text Box 2"/>
          <p:cNvSpPr txBox="1">
            <a:spLocks noChangeArrowheads="1"/>
          </p:cNvSpPr>
          <p:nvPr/>
        </p:nvSpPr>
        <p:spPr bwMode="auto">
          <a:xfrm>
            <a:off x="146050" y="814388"/>
            <a:ext cx="421301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검사기별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 1EA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당 최대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SIZE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아래와 같이 제한됨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267" name="Rectangle 4"/>
          <p:cNvSpPr>
            <a:spLocks noChangeArrowheads="1"/>
          </p:cNvSpPr>
          <p:nvPr/>
        </p:nvSpPr>
        <p:spPr bwMode="auto">
          <a:xfrm>
            <a:off x="5773738" y="203200"/>
            <a:ext cx="2579232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2-5. </a:t>
            </a:r>
            <a:r>
              <a:rPr lang="ko-KR" altLang="en-US" sz="13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장비별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 SIZE 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제한</a:t>
            </a: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7287" name="Group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457395"/>
              </p:ext>
            </p:extLst>
          </p:nvPr>
        </p:nvGraphicFramePr>
        <p:xfrm>
          <a:off x="415925" y="1171575"/>
          <a:ext cx="8499475" cy="2259979"/>
        </p:xfrm>
        <a:graphic>
          <a:graphicData uri="http://schemas.openxmlformats.org/drawingml/2006/table">
            <a:tbl>
              <a:tblPr/>
              <a:tblGrid>
                <a:gridCol w="16430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3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3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44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64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568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장  비</a:t>
                      </a:r>
                      <a:endParaRPr kumimoji="1" lang="ko-KR" alt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제조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Maker</a:t>
                      </a: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OS</a:t>
                      </a: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Image File Size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(1ea/MB)</a:t>
                      </a: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해상도</a:t>
                      </a:r>
                      <a:endParaRPr kumimoji="1" lang="ko-KR" alt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  고</a:t>
                      </a:r>
                      <a:endParaRPr kumimoji="1" lang="ko-KR" altLang="en-US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4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In-Line PTN &amp;AMA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 PRI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4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Slit Mura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케이맥</a:t>
                      </a: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4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단동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PTN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 PRI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LOS(Line Open Short)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LG PRI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4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MMA(Manual Macro)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DE&amp;T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4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RPR(Review Repair)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미정</a:t>
                      </a: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4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DRP(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돌기 </a:t>
                      </a: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Repair)</a:t>
                      </a:r>
                      <a:endParaRPr kumimoji="1" lang="ko-KR" altLang="en-US" sz="10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V-Technology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anchor="ctr" anchorCtr="1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T="45727" marB="45727" horzOverflow="overflow"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338" name="Rectangle 120"/>
          <p:cNvSpPr>
            <a:spLocks noChangeArrowheads="1"/>
          </p:cNvSpPr>
          <p:nvPr/>
        </p:nvSpPr>
        <p:spPr bwMode="auto">
          <a:xfrm>
            <a:off x="57150" y="57150"/>
            <a:ext cx="228758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8321756" y="940281"/>
            <a:ext cx="6163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>
                <a:solidFill>
                  <a:schemeClr val="accent5">
                    <a:lumMod val="90000"/>
                    <a:lumOff val="1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수정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제목 1"/>
          <p:cNvSpPr txBox="1">
            <a:spLocks/>
          </p:cNvSpPr>
          <p:nvPr/>
        </p:nvSpPr>
        <p:spPr bwMode="auto">
          <a:xfrm>
            <a:off x="2461297" y="873886"/>
            <a:ext cx="580607" cy="307777"/>
          </a:xfrm>
          <a:prstGeom prst="rect">
            <a:avLst/>
          </a:prstGeom>
          <a:noFill/>
          <a:ln>
            <a:noFill/>
          </a:ln>
        </p:spPr>
        <p:txBody>
          <a:bodyPr wrap="none" anchor="ctr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lang="ko-KR" altLang="en-US" sz="2000" b="1" kern="1200">
                <a:solidFill>
                  <a:schemeClr val="bg1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en-US" sz="14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As-Is</a:t>
            </a:r>
            <a:endParaRPr sz="1400" u="sng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제목 1"/>
          <p:cNvSpPr txBox="1">
            <a:spLocks/>
          </p:cNvSpPr>
          <p:nvPr/>
        </p:nvSpPr>
        <p:spPr bwMode="auto">
          <a:xfrm>
            <a:off x="4751535" y="873886"/>
            <a:ext cx="1250662" cy="307777"/>
          </a:xfrm>
          <a:prstGeom prst="rect">
            <a:avLst/>
          </a:prstGeom>
          <a:noFill/>
          <a:ln>
            <a:noFill/>
          </a:ln>
        </p:spPr>
        <p:txBody>
          <a:bodyPr wrap="none" anchor="ctr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lang="ko-KR" altLang="en-US" sz="2000" b="1" kern="1200">
                <a:solidFill>
                  <a:schemeClr val="bg1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en-US" sz="14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Breakthrough</a:t>
            </a:r>
            <a:endParaRPr sz="1400" u="sng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1" name="Rectangle 1252"/>
          <p:cNvSpPr>
            <a:spLocks noChangeArrowheads="1"/>
          </p:cNvSpPr>
          <p:nvPr/>
        </p:nvSpPr>
        <p:spPr bwMode="auto">
          <a:xfrm>
            <a:off x="7360978" y="4838229"/>
            <a:ext cx="995759" cy="515937"/>
          </a:xfrm>
          <a:prstGeom prst="rect">
            <a:avLst/>
          </a:prstGeom>
          <a:solidFill>
            <a:srgbClr val="E7F5F5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2" name="Group 1256"/>
          <p:cNvGrpSpPr>
            <a:grpSpLocks/>
          </p:cNvGrpSpPr>
          <p:nvPr/>
        </p:nvGrpSpPr>
        <p:grpSpPr bwMode="auto">
          <a:xfrm rot="10800000">
            <a:off x="5563795" y="5395440"/>
            <a:ext cx="359437" cy="292100"/>
            <a:chOff x="3249" y="2901"/>
            <a:chExt cx="226" cy="184"/>
          </a:xfrm>
        </p:grpSpPr>
        <p:sp>
          <p:nvSpPr>
            <p:cNvPr id="13" name="Rectangle 1257"/>
            <p:cNvSpPr>
              <a:spLocks noChangeArrowheads="1"/>
            </p:cNvSpPr>
            <p:nvPr/>
          </p:nvSpPr>
          <p:spPr bwMode="auto">
            <a:xfrm>
              <a:off x="3249" y="2901"/>
              <a:ext cx="38" cy="184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4" name="Rectangle 1258"/>
            <p:cNvSpPr>
              <a:spLocks noChangeArrowheads="1"/>
            </p:cNvSpPr>
            <p:nvPr/>
          </p:nvSpPr>
          <p:spPr bwMode="auto">
            <a:xfrm>
              <a:off x="3265" y="3002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5" name="Rectangle 1259"/>
            <p:cNvSpPr>
              <a:spLocks noChangeArrowheads="1"/>
            </p:cNvSpPr>
            <p:nvPr/>
          </p:nvSpPr>
          <p:spPr bwMode="auto">
            <a:xfrm>
              <a:off x="3265" y="2962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6" name="Rectangle 1260"/>
            <p:cNvSpPr>
              <a:spLocks noChangeArrowheads="1"/>
            </p:cNvSpPr>
            <p:nvPr/>
          </p:nvSpPr>
          <p:spPr bwMode="auto">
            <a:xfrm>
              <a:off x="3265" y="2919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7" name="Rectangle 1261"/>
            <p:cNvSpPr>
              <a:spLocks noChangeArrowheads="1"/>
            </p:cNvSpPr>
            <p:nvPr/>
          </p:nvSpPr>
          <p:spPr bwMode="auto">
            <a:xfrm>
              <a:off x="3265" y="3047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8" name="Rectangle 1262"/>
          <p:cNvSpPr>
            <a:spLocks noChangeArrowheads="1"/>
          </p:cNvSpPr>
          <p:nvPr/>
        </p:nvSpPr>
        <p:spPr bwMode="auto">
          <a:xfrm>
            <a:off x="5006583" y="5298604"/>
            <a:ext cx="1322520" cy="473075"/>
          </a:xfrm>
          <a:prstGeom prst="rect">
            <a:avLst/>
          </a:prstGeom>
          <a:noFill/>
          <a:ln w="317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" name="Line 1264"/>
          <p:cNvSpPr>
            <a:spLocks noChangeShapeType="1"/>
          </p:cNvSpPr>
          <p:nvPr/>
        </p:nvSpPr>
        <p:spPr bwMode="auto">
          <a:xfrm>
            <a:off x="5539718" y="5344641"/>
            <a:ext cx="1720" cy="373063"/>
          </a:xfrm>
          <a:prstGeom prst="line">
            <a:avLst/>
          </a:prstGeom>
          <a:noFill/>
          <a:ln w="3175">
            <a:solidFill>
              <a:srgbClr val="969696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" name="Line 1265"/>
          <p:cNvSpPr>
            <a:spLocks noChangeShapeType="1"/>
          </p:cNvSpPr>
          <p:nvPr/>
        </p:nvSpPr>
        <p:spPr bwMode="auto">
          <a:xfrm>
            <a:off x="5947310" y="5344641"/>
            <a:ext cx="1719" cy="373063"/>
          </a:xfrm>
          <a:prstGeom prst="line">
            <a:avLst/>
          </a:prstGeom>
          <a:noFill/>
          <a:ln w="3175">
            <a:solidFill>
              <a:srgbClr val="969696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1" name="Group 1266"/>
          <p:cNvGrpSpPr>
            <a:grpSpLocks/>
          </p:cNvGrpSpPr>
          <p:nvPr/>
        </p:nvGrpSpPr>
        <p:grpSpPr bwMode="auto">
          <a:xfrm rot="10800000">
            <a:off x="6428851" y="5395440"/>
            <a:ext cx="357717" cy="292100"/>
            <a:chOff x="3249" y="2901"/>
            <a:chExt cx="226" cy="184"/>
          </a:xfrm>
        </p:grpSpPr>
        <p:sp>
          <p:nvSpPr>
            <p:cNvPr id="22" name="Rectangle 1267"/>
            <p:cNvSpPr>
              <a:spLocks noChangeArrowheads="1"/>
            </p:cNvSpPr>
            <p:nvPr/>
          </p:nvSpPr>
          <p:spPr bwMode="auto">
            <a:xfrm>
              <a:off x="3249" y="2901"/>
              <a:ext cx="38" cy="184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3" name="Rectangle 1268"/>
            <p:cNvSpPr>
              <a:spLocks noChangeArrowheads="1"/>
            </p:cNvSpPr>
            <p:nvPr/>
          </p:nvSpPr>
          <p:spPr bwMode="auto">
            <a:xfrm>
              <a:off x="3265" y="3002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" name="Rectangle 1269"/>
            <p:cNvSpPr>
              <a:spLocks noChangeArrowheads="1"/>
            </p:cNvSpPr>
            <p:nvPr/>
          </p:nvSpPr>
          <p:spPr bwMode="auto">
            <a:xfrm>
              <a:off x="3265" y="2962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" name="Rectangle 1270"/>
            <p:cNvSpPr>
              <a:spLocks noChangeArrowheads="1"/>
            </p:cNvSpPr>
            <p:nvPr/>
          </p:nvSpPr>
          <p:spPr bwMode="auto">
            <a:xfrm>
              <a:off x="3265" y="2919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" name="Rectangle 1271"/>
            <p:cNvSpPr>
              <a:spLocks noChangeArrowheads="1"/>
            </p:cNvSpPr>
            <p:nvPr/>
          </p:nvSpPr>
          <p:spPr bwMode="auto">
            <a:xfrm>
              <a:off x="3265" y="3047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7" name="Rectangle 1272"/>
          <p:cNvSpPr>
            <a:spLocks noChangeArrowheads="1"/>
          </p:cNvSpPr>
          <p:nvPr/>
        </p:nvSpPr>
        <p:spPr bwMode="auto">
          <a:xfrm>
            <a:off x="6349741" y="5298604"/>
            <a:ext cx="1893490" cy="473075"/>
          </a:xfrm>
          <a:prstGeom prst="rect">
            <a:avLst/>
          </a:prstGeom>
          <a:solidFill>
            <a:srgbClr val="EAEAEA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8" name="Group 1273"/>
          <p:cNvGrpSpPr>
            <a:grpSpLocks/>
          </p:cNvGrpSpPr>
          <p:nvPr/>
        </p:nvGrpSpPr>
        <p:grpSpPr bwMode="auto">
          <a:xfrm>
            <a:off x="5159645" y="4320703"/>
            <a:ext cx="3128301" cy="461962"/>
            <a:chOff x="2513" y="3126"/>
            <a:chExt cx="2067" cy="267"/>
          </a:xfrm>
        </p:grpSpPr>
        <p:sp>
          <p:nvSpPr>
            <p:cNvPr id="29" name="Rectangle 1274"/>
            <p:cNvSpPr>
              <a:spLocks noChangeArrowheads="1"/>
            </p:cNvSpPr>
            <p:nvPr/>
          </p:nvSpPr>
          <p:spPr bwMode="auto">
            <a:xfrm>
              <a:off x="2513" y="3126"/>
              <a:ext cx="2067" cy="267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0" name="Rectangle 1275"/>
            <p:cNvSpPr>
              <a:spLocks noChangeArrowheads="1"/>
            </p:cNvSpPr>
            <p:nvPr/>
          </p:nvSpPr>
          <p:spPr bwMode="auto">
            <a:xfrm>
              <a:off x="2541" y="3153"/>
              <a:ext cx="2009" cy="209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altLang="ko-KR" sz="2000" b="1">
                <a:solidFill>
                  <a:srgbClr val="B2B2B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1" name="Line 1276"/>
            <p:cNvSpPr>
              <a:spLocks noChangeShapeType="1"/>
            </p:cNvSpPr>
            <p:nvPr/>
          </p:nvSpPr>
          <p:spPr bwMode="auto">
            <a:xfrm>
              <a:off x="2784" y="3159"/>
              <a:ext cx="0" cy="208"/>
            </a:xfrm>
            <a:prstGeom prst="line">
              <a:avLst/>
            </a:prstGeom>
            <a:noFill/>
            <a:ln w="3175">
              <a:solidFill>
                <a:srgbClr val="96969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2" name="Line 1277"/>
            <p:cNvSpPr>
              <a:spLocks noChangeShapeType="1"/>
            </p:cNvSpPr>
            <p:nvPr/>
          </p:nvSpPr>
          <p:spPr bwMode="auto">
            <a:xfrm>
              <a:off x="4343" y="3159"/>
              <a:ext cx="0" cy="196"/>
            </a:xfrm>
            <a:prstGeom prst="line">
              <a:avLst/>
            </a:prstGeom>
            <a:noFill/>
            <a:ln w="3175">
              <a:solidFill>
                <a:srgbClr val="96969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33" name="Group 1286"/>
          <p:cNvGrpSpPr>
            <a:grpSpLocks/>
          </p:cNvGrpSpPr>
          <p:nvPr/>
        </p:nvGrpSpPr>
        <p:grpSpPr bwMode="auto">
          <a:xfrm rot="10800000">
            <a:off x="7359258" y="5395440"/>
            <a:ext cx="357717" cy="292100"/>
            <a:chOff x="3249" y="2901"/>
            <a:chExt cx="226" cy="184"/>
          </a:xfrm>
        </p:grpSpPr>
        <p:sp>
          <p:nvSpPr>
            <p:cNvPr id="34" name="Rectangle 1287"/>
            <p:cNvSpPr>
              <a:spLocks noChangeArrowheads="1"/>
            </p:cNvSpPr>
            <p:nvPr/>
          </p:nvSpPr>
          <p:spPr bwMode="auto">
            <a:xfrm>
              <a:off x="3249" y="2901"/>
              <a:ext cx="38" cy="18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5" name="Rectangle 1288"/>
            <p:cNvSpPr>
              <a:spLocks noChangeArrowheads="1"/>
            </p:cNvSpPr>
            <p:nvPr/>
          </p:nvSpPr>
          <p:spPr bwMode="auto">
            <a:xfrm>
              <a:off x="3265" y="3002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6" name="Rectangle 1289"/>
            <p:cNvSpPr>
              <a:spLocks noChangeArrowheads="1"/>
            </p:cNvSpPr>
            <p:nvPr/>
          </p:nvSpPr>
          <p:spPr bwMode="auto">
            <a:xfrm>
              <a:off x="3265" y="2962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7" name="Rectangle 1290"/>
            <p:cNvSpPr>
              <a:spLocks noChangeArrowheads="1"/>
            </p:cNvSpPr>
            <p:nvPr/>
          </p:nvSpPr>
          <p:spPr bwMode="auto">
            <a:xfrm>
              <a:off x="3265" y="2919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8" name="Rectangle 1291"/>
            <p:cNvSpPr>
              <a:spLocks noChangeArrowheads="1"/>
            </p:cNvSpPr>
            <p:nvPr/>
          </p:nvSpPr>
          <p:spPr bwMode="auto">
            <a:xfrm>
              <a:off x="3265" y="3047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39" name="Group 1292"/>
          <p:cNvGrpSpPr>
            <a:grpSpLocks/>
          </p:cNvGrpSpPr>
          <p:nvPr/>
        </p:nvGrpSpPr>
        <p:grpSpPr bwMode="auto">
          <a:xfrm rot="16200000">
            <a:off x="6385328" y="5376259"/>
            <a:ext cx="358775" cy="292365"/>
            <a:chOff x="3249" y="2901"/>
            <a:chExt cx="226" cy="184"/>
          </a:xfrm>
        </p:grpSpPr>
        <p:sp>
          <p:nvSpPr>
            <p:cNvPr id="40" name="Rectangle 1293"/>
            <p:cNvSpPr>
              <a:spLocks noChangeArrowheads="1"/>
            </p:cNvSpPr>
            <p:nvPr/>
          </p:nvSpPr>
          <p:spPr bwMode="auto">
            <a:xfrm>
              <a:off x="3249" y="2901"/>
              <a:ext cx="38" cy="18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1" name="Rectangle 1294"/>
            <p:cNvSpPr>
              <a:spLocks noChangeArrowheads="1"/>
            </p:cNvSpPr>
            <p:nvPr/>
          </p:nvSpPr>
          <p:spPr bwMode="auto">
            <a:xfrm>
              <a:off x="3265" y="3002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2" name="Rectangle 1295"/>
            <p:cNvSpPr>
              <a:spLocks noChangeArrowheads="1"/>
            </p:cNvSpPr>
            <p:nvPr/>
          </p:nvSpPr>
          <p:spPr bwMode="auto">
            <a:xfrm>
              <a:off x="3265" y="2962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3" name="Rectangle 1296"/>
            <p:cNvSpPr>
              <a:spLocks noChangeArrowheads="1"/>
            </p:cNvSpPr>
            <p:nvPr/>
          </p:nvSpPr>
          <p:spPr bwMode="auto">
            <a:xfrm>
              <a:off x="3265" y="2919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4" name="Rectangle 1297"/>
            <p:cNvSpPr>
              <a:spLocks noChangeArrowheads="1"/>
            </p:cNvSpPr>
            <p:nvPr/>
          </p:nvSpPr>
          <p:spPr bwMode="auto">
            <a:xfrm>
              <a:off x="3265" y="3047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45" name="Rectangle 1298"/>
          <p:cNvSpPr>
            <a:spLocks noChangeArrowheads="1"/>
          </p:cNvSpPr>
          <p:nvPr/>
        </p:nvSpPr>
        <p:spPr bwMode="auto">
          <a:xfrm>
            <a:off x="6848481" y="5346228"/>
            <a:ext cx="395552" cy="387350"/>
          </a:xfrm>
          <a:prstGeom prst="rect">
            <a:avLst/>
          </a:prstGeom>
          <a:noFill/>
          <a:ln w="3175" algn="ctr">
            <a:solidFill>
              <a:srgbClr val="969696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ko-KR" altLang="ko-KR" b="1">
              <a:solidFill>
                <a:srgbClr val="777777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46" name="Group 1308"/>
          <p:cNvGrpSpPr>
            <a:grpSpLocks/>
          </p:cNvGrpSpPr>
          <p:nvPr/>
        </p:nvGrpSpPr>
        <p:grpSpPr bwMode="auto">
          <a:xfrm rot="16200000">
            <a:off x="7874667" y="4922234"/>
            <a:ext cx="358775" cy="292365"/>
            <a:chOff x="3249" y="2901"/>
            <a:chExt cx="226" cy="184"/>
          </a:xfrm>
        </p:grpSpPr>
        <p:sp>
          <p:nvSpPr>
            <p:cNvPr id="47" name="Rectangle 1309"/>
            <p:cNvSpPr>
              <a:spLocks noChangeArrowheads="1"/>
            </p:cNvSpPr>
            <p:nvPr/>
          </p:nvSpPr>
          <p:spPr bwMode="auto">
            <a:xfrm>
              <a:off x="3249" y="2901"/>
              <a:ext cx="38" cy="18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8" name="Rectangle 1310"/>
            <p:cNvSpPr>
              <a:spLocks noChangeArrowheads="1"/>
            </p:cNvSpPr>
            <p:nvPr/>
          </p:nvSpPr>
          <p:spPr bwMode="auto">
            <a:xfrm>
              <a:off x="3265" y="3002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49" name="Rectangle 1311"/>
            <p:cNvSpPr>
              <a:spLocks noChangeArrowheads="1"/>
            </p:cNvSpPr>
            <p:nvPr/>
          </p:nvSpPr>
          <p:spPr bwMode="auto">
            <a:xfrm>
              <a:off x="3265" y="2962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50" name="Rectangle 1312"/>
            <p:cNvSpPr>
              <a:spLocks noChangeArrowheads="1"/>
            </p:cNvSpPr>
            <p:nvPr/>
          </p:nvSpPr>
          <p:spPr bwMode="auto">
            <a:xfrm>
              <a:off x="3265" y="2919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51" name="Rectangle 1313"/>
            <p:cNvSpPr>
              <a:spLocks noChangeArrowheads="1"/>
            </p:cNvSpPr>
            <p:nvPr/>
          </p:nvSpPr>
          <p:spPr bwMode="auto">
            <a:xfrm>
              <a:off x="3265" y="3047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52" name="Rectangle 1338"/>
          <p:cNvSpPr>
            <a:spLocks noChangeArrowheads="1"/>
          </p:cNvSpPr>
          <p:nvPr/>
        </p:nvSpPr>
        <p:spPr bwMode="auto">
          <a:xfrm>
            <a:off x="4187963" y="4261965"/>
            <a:ext cx="939006" cy="965200"/>
          </a:xfrm>
          <a:prstGeom prst="rect">
            <a:avLst/>
          </a:prstGeom>
          <a:solidFill>
            <a:srgbClr val="EAEAEA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3" name="Rectangle 1339"/>
          <p:cNvSpPr>
            <a:spLocks noChangeArrowheads="1"/>
          </p:cNvSpPr>
          <p:nvPr/>
        </p:nvSpPr>
        <p:spPr bwMode="auto">
          <a:xfrm>
            <a:off x="4224078" y="4295303"/>
            <a:ext cx="411030" cy="411162"/>
          </a:xfrm>
          <a:prstGeom prst="rect">
            <a:avLst/>
          </a:prstGeom>
          <a:solidFill>
            <a:schemeClr val="bg1"/>
          </a:solidFill>
          <a:ln w="3175" algn="ctr">
            <a:solidFill>
              <a:srgbClr val="969696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ko-KR" altLang="ko-KR" sz="2000" b="1">
              <a:solidFill>
                <a:schemeClr val="folHlink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54" name="Group 1340"/>
          <p:cNvGrpSpPr>
            <a:grpSpLocks/>
          </p:cNvGrpSpPr>
          <p:nvPr/>
        </p:nvGrpSpPr>
        <p:grpSpPr bwMode="auto">
          <a:xfrm rot="5400000">
            <a:off x="4693053" y="4366609"/>
            <a:ext cx="358775" cy="292365"/>
            <a:chOff x="3249" y="2901"/>
            <a:chExt cx="226" cy="184"/>
          </a:xfrm>
        </p:grpSpPr>
        <p:sp>
          <p:nvSpPr>
            <p:cNvPr id="55" name="Rectangle 1341"/>
            <p:cNvSpPr>
              <a:spLocks noChangeArrowheads="1"/>
            </p:cNvSpPr>
            <p:nvPr/>
          </p:nvSpPr>
          <p:spPr bwMode="auto">
            <a:xfrm>
              <a:off x="3249" y="2901"/>
              <a:ext cx="38" cy="18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56" name="Rectangle 1342"/>
            <p:cNvSpPr>
              <a:spLocks noChangeArrowheads="1"/>
            </p:cNvSpPr>
            <p:nvPr/>
          </p:nvSpPr>
          <p:spPr bwMode="auto">
            <a:xfrm>
              <a:off x="3265" y="3002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57" name="Rectangle 1343"/>
            <p:cNvSpPr>
              <a:spLocks noChangeArrowheads="1"/>
            </p:cNvSpPr>
            <p:nvPr/>
          </p:nvSpPr>
          <p:spPr bwMode="auto">
            <a:xfrm>
              <a:off x="3265" y="2962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58" name="Rectangle 1344"/>
            <p:cNvSpPr>
              <a:spLocks noChangeArrowheads="1"/>
            </p:cNvSpPr>
            <p:nvPr/>
          </p:nvSpPr>
          <p:spPr bwMode="auto">
            <a:xfrm>
              <a:off x="3265" y="2919"/>
              <a:ext cx="210" cy="1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59" name="Rectangle 1345"/>
            <p:cNvSpPr>
              <a:spLocks noChangeArrowheads="1"/>
            </p:cNvSpPr>
            <p:nvPr/>
          </p:nvSpPr>
          <p:spPr bwMode="auto">
            <a:xfrm>
              <a:off x="3265" y="3047"/>
              <a:ext cx="210" cy="1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rot="10800000"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60" name="Rectangle 1346"/>
          <p:cNvSpPr>
            <a:spLocks noChangeArrowheads="1"/>
          </p:cNvSpPr>
          <p:nvPr/>
        </p:nvSpPr>
        <p:spPr bwMode="auto">
          <a:xfrm>
            <a:off x="4182803" y="4741390"/>
            <a:ext cx="412750" cy="5461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1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1" name="Line 1347"/>
          <p:cNvSpPr>
            <a:spLocks noChangeShapeType="1"/>
          </p:cNvSpPr>
          <p:nvPr/>
        </p:nvSpPr>
        <p:spPr bwMode="auto">
          <a:xfrm>
            <a:off x="4191402" y="4739803"/>
            <a:ext cx="404152" cy="0"/>
          </a:xfrm>
          <a:prstGeom prst="line">
            <a:avLst/>
          </a:prstGeom>
          <a:noFill/>
          <a:ln w="317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2" name="Line 1348"/>
          <p:cNvSpPr>
            <a:spLocks noChangeShapeType="1"/>
          </p:cNvSpPr>
          <p:nvPr/>
        </p:nvSpPr>
        <p:spPr bwMode="auto">
          <a:xfrm flipV="1">
            <a:off x="4595553" y="4738215"/>
            <a:ext cx="0" cy="488950"/>
          </a:xfrm>
          <a:prstGeom prst="line">
            <a:avLst/>
          </a:prstGeom>
          <a:noFill/>
          <a:ln w="317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63" name="Group 1362"/>
          <p:cNvGrpSpPr>
            <a:grpSpLocks/>
          </p:cNvGrpSpPr>
          <p:nvPr/>
        </p:nvGrpSpPr>
        <p:grpSpPr bwMode="auto">
          <a:xfrm>
            <a:off x="2476770" y="5320828"/>
            <a:ext cx="2055151" cy="423862"/>
            <a:chOff x="1195" y="2368"/>
            <a:chExt cx="1294" cy="267"/>
          </a:xfrm>
        </p:grpSpPr>
        <p:sp>
          <p:nvSpPr>
            <p:cNvPr id="64" name="Rectangle 1363"/>
            <p:cNvSpPr>
              <a:spLocks noChangeArrowheads="1"/>
            </p:cNvSpPr>
            <p:nvPr/>
          </p:nvSpPr>
          <p:spPr bwMode="auto">
            <a:xfrm>
              <a:off x="1195" y="2368"/>
              <a:ext cx="1294" cy="26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65" name="Rectangle 1364"/>
            <p:cNvSpPr>
              <a:spLocks noChangeArrowheads="1"/>
            </p:cNvSpPr>
            <p:nvPr/>
          </p:nvSpPr>
          <p:spPr bwMode="auto">
            <a:xfrm>
              <a:off x="1221" y="2395"/>
              <a:ext cx="1247" cy="209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altLang="ko-KR" sz="2000" b="1">
                <a:solidFill>
                  <a:srgbClr val="B2B2B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66" name="Line 1365"/>
            <p:cNvSpPr>
              <a:spLocks noChangeShapeType="1"/>
            </p:cNvSpPr>
            <p:nvPr/>
          </p:nvSpPr>
          <p:spPr bwMode="auto">
            <a:xfrm>
              <a:off x="1456" y="2401"/>
              <a:ext cx="0" cy="214"/>
            </a:xfrm>
            <a:prstGeom prst="line">
              <a:avLst/>
            </a:prstGeom>
            <a:noFill/>
            <a:ln w="3175">
              <a:solidFill>
                <a:srgbClr val="96969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67" name="Line 1366"/>
            <p:cNvSpPr>
              <a:spLocks noChangeShapeType="1"/>
            </p:cNvSpPr>
            <p:nvPr/>
          </p:nvSpPr>
          <p:spPr bwMode="auto">
            <a:xfrm>
              <a:off x="2228" y="2401"/>
              <a:ext cx="0" cy="214"/>
            </a:xfrm>
            <a:prstGeom prst="line">
              <a:avLst/>
            </a:prstGeom>
            <a:noFill/>
            <a:ln w="3175">
              <a:solidFill>
                <a:srgbClr val="96969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68" name="Rectangle 1367"/>
          <p:cNvSpPr>
            <a:spLocks noChangeArrowheads="1"/>
          </p:cNvSpPr>
          <p:nvPr/>
        </p:nvSpPr>
        <p:spPr bwMode="auto">
          <a:xfrm>
            <a:off x="4096813" y="4766790"/>
            <a:ext cx="459184" cy="433388"/>
          </a:xfrm>
          <a:prstGeom prst="rect">
            <a:avLst/>
          </a:prstGeom>
          <a:solidFill>
            <a:srgbClr val="E7F5F5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69" name="Group 1368"/>
          <p:cNvGrpSpPr>
            <a:grpSpLocks/>
          </p:cNvGrpSpPr>
          <p:nvPr/>
        </p:nvGrpSpPr>
        <p:grpSpPr bwMode="auto">
          <a:xfrm>
            <a:off x="4139808" y="4830291"/>
            <a:ext cx="378354" cy="307975"/>
            <a:chOff x="2502" y="2728"/>
            <a:chExt cx="295" cy="240"/>
          </a:xfrm>
        </p:grpSpPr>
        <p:sp>
          <p:nvSpPr>
            <p:cNvPr id="70" name="Rectangle 1369"/>
            <p:cNvSpPr>
              <a:spLocks noChangeArrowheads="1"/>
            </p:cNvSpPr>
            <p:nvPr/>
          </p:nvSpPr>
          <p:spPr bwMode="auto">
            <a:xfrm>
              <a:off x="2502" y="2728"/>
              <a:ext cx="49" cy="24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71" name="Rectangle 1370"/>
            <p:cNvSpPr>
              <a:spLocks noChangeArrowheads="1"/>
            </p:cNvSpPr>
            <p:nvPr/>
          </p:nvSpPr>
          <p:spPr bwMode="auto">
            <a:xfrm>
              <a:off x="2523" y="2866"/>
              <a:ext cx="274" cy="2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72" name="Rectangle 1371"/>
            <p:cNvSpPr>
              <a:spLocks noChangeArrowheads="1"/>
            </p:cNvSpPr>
            <p:nvPr/>
          </p:nvSpPr>
          <p:spPr bwMode="auto">
            <a:xfrm>
              <a:off x="2523" y="2807"/>
              <a:ext cx="274" cy="2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73" name="Rectangle 1372"/>
            <p:cNvSpPr>
              <a:spLocks noChangeArrowheads="1"/>
            </p:cNvSpPr>
            <p:nvPr/>
          </p:nvSpPr>
          <p:spPr bwMode="auto">
            <a:xfrm>
              <a:off x="2523" y="2919"/>
              <a:ext cx="274" cy="2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74" name="Rectangle 1373"/>
            <p:cNvSpPr>
              <a:spLocks noChangeArrowheads="1"/>
            </p:cNvSpPr>
            <p:nvPr/>
          </p:nvSpPr>
          <p:spPr bwMode="auto">
            <a:xfrm>
              <a:off x="2523" y="2755"/>
              <a:ext cx="274" cy="2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75" name="Text Box 1462"/>
          <p:cNvSpPr txBox="1">
            <a:spLocks noChangeArrowheads="1"/>
          </p:cNvSpPr>
          <p:nvPr/>
        </p:nvSpPr>
        <p:spPr bwMode="auto">
          <a:xfrm>
            <a:off x="3998785" y="4957290"/>
            <a:ext cx="549313" cy="21544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18000" tIns="0" rIns="18000" bIns="0">
            <a:spAutoFit/>
          </a:bodyPr>
          <a:lstStyle/>
          <a:p>
            <a:pPr>
              <a:defRPr/>
            </a:pPr>
            <a:r>
              <a:rPr lang="en-US" altLang="ko-KR" sz="1400" b="1">
                <a:solidFill>
                  <a:schemeClr val="bg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TRF#3</a:t>
            </a:r>
          </a:p>
        </p:txBody>
      </p:sp>
      <p:sp>
        <p:nvSpPr>
          <p:cNvPr id="76" name="Line 1535"/>
          <p:cNvSpPr>
            <a:spLocks noChangeShapeType="1"/>
          </p:cNvSpPr>
          <p:nvPr/>
        </p:nvSpPr>
        <p:spPr bwMode="auto">
          <a:xfrm>
            <a:off x="5168243" y="5344641"/>
            <a:ext cx="1720" cy="373063"/>
          </a:xfrm>
          <a:prstGeom prst="line">
            <a:avLst/>
          </a:prstGeom>
          <a:noFill/>
          <a:ln w="3175">
            <a:solidFill>
              <a:srgbClr val="969696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7" name="Text Box 1299"/>
          <p:cNvSpPr txBox="1">
            <a:spLocks noChangeArrowheads="1"/>
          </p:cNvSpPr>
          <p:nvPr/>
        </p:nvSpPr>
        <p:spPr bwMode="auto">
          <a:xfrm>
            <a:off x="6795166" y="5641504"/>
            <a:ext cx="476092" cy="307777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ko-KR" sz="2000" b="1">
                <a:solidFill>
                  <a:schemeClr val="bg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SHP</a:t>
            </a:r>
          </a:p>
        </p:txBody>
      </p:sp>
      <p:sp>
        <p:nvSpPr>
          <p:cNvPr id="78" name="Rectangle 1536"/>
          <p:cNvSpPr>
            <a:spLocks noChangeArrowheads="1"/>
          </p:cNvSpPr>
          <p:nvPr/>
        </p:nvSpPr>
        <p:spPr bwMode="auto">
          <a:xfrm>
            <a:off x="7787487" y="5346228"/>
            <a:ext cx="395552" cy="387350"/>
          </a:xfrm>
          <a:prstGeom prst="rect">
            <a:avLst/>
          </a:prstGeom>
          <a:noFill/>
          <a:ln w="3175" algn="ctr">
            <a:solidFill>
              <a:srgbClr val="969696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ko-KR" altLang="ko-KR" b="1">
              <a:solidFill>
                <a:srgbClr val="777777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9" name="Rectangle 1539"/>
          <p:cNvSpPr>
            <a:spLocks noChangeArrowheads="1"/>
          </p:cNvSpPr>
          <p:nvPr/>
        </p:nvSpPr>
        <p:spPr bwMode="auto">
          <a:xfrm>
            <a:off x="3995345" y="5236690"/>
            <a:ext cx="1045633" cy="533400"/>
          </a:xfrm>
          <a:prstGeom prst="rect">
            <a:avLst/>
          </a:prstGeom>
          <a:solidFill>
            <a:srgbClr val="E7F5F5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80" name="Group 1540"/>
          <p:cNvGrpSpPr>
            <a:grpSpLocks/>
          </p:cNvGrpSpPr>
          <p:nvPr/>
        </p:nvGrpSpPr>
        <p:grpSpPr bwMode="auto">
          <a:xfrm rot="16200000">
            <a:off x="4505859" y="5293047"/>
            <a:ext cx="468313" cy="412750"/>
            <a:chOff x="2502" y="2728"/>
            <a:chExt cx="295" cy="240"/>
          </a:xfrm>
        </p:grpSpPr>
        <p:sp>
          <p:nvSpPr>
            <p:cNvPr id="81" name="Rectangle 1541"/>
            <p:cNvSpPr>
              <a:spLocks noChangeArrowheads="1"/>
            </p:cNvSpPr>
            <p:nvPr/>
          </p:nvSpPr>
          <p:spPr bwMode="auto">
            <a:xfrm>
              <a:off x="2502" y="2728"/>
              <a:ext cx="49" cy="24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2" name="Rectangle 1542"/>
            <p:cNvSpPr>
              <a:spLocks noChangeArrowheads="1"/>
            </p:cNvSpPr>
            <p:nvPr/>
          </p:nvSpPr>
          <p:spPr bwMode="auto">
            <a:xfrm>
              <a:off x="2523" y="2866"/>
              <a:ext cx="274" cy="2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3" name="Rectangle 1543"/>
            <p:cNvSpPr>
              <a:spLocks noChangeArrowheads="1"/>
            </p:cNvSpPr>
            <p:nvPr/>
          </p:nvSpPr>
          <p:spPr bwMode="auto">
            <a:xfrm>
              <a:off x="2523" y="2807"/>
              <a:ext cx="274" cy="2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4" name="Rectangle 1544"/>
            <p:cNvSpPr>
              <a:spLocks noChangeArrowheads="1"/>
            </p:cNvSpPr>
            <p:nvPr/>
          </p:nvSpPr>
          <p:spPr bwMode="auto">
            <a:xfrm>
              <a:off x="2523" y="2919"/>
              <a:ext cx="274" cy="2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5" name="Rectangle 1545"/>
            <p:cNvSpPr>
              <a:spLocks noChangeArrowheads="1"/>
            </p:cNvSpPr>
            <p:nvPr/>
          </p:nvSpPr>
          <p:spPr bwMode="auto">
            <a:xfrm>
              <a:off x="2523" y="2755"/>
              <a:ext cx="274" cy="2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86" name="AutoShape 1546"/>
          <p:cNvSpPr>
            <a:spLocks noChangeArrowheads="1"/>
          </p:cNvSpPr>
          <p:nvPr/>
        </p:nvSpPr>
        <p:spPr bwMode="auto">
          <a:xfrm>
            <a:off x="4296310" y="5443065"/>
            <a:ext cx="249369" cy="114300"/>
          </a:xfrm>
          <a:prstGeom prst="rightArrow">
            <a:avLst>
              <a:gd name="adj1" fmla="val 50000"/>
              <a:gd name="adj2" fmla="val 50347"/>
            </a:avLst>
          </a:prstGeom>
          <a:solidFill>
            <a:srgbClr val="FFCC99"/>
          </a:solidFill>
          <a:ln w="3175" algn="ctr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87" name="Group 1066"/>
          <p:cNvGrpSpPr>
            <a:grpSpLocks/>
          </p:cNvGrpSpPr>
          <p:nvPr/>
        </p:nvGrpSpPr>
        <p:grpSpPr bwMode="auto">
          <a:xfrm>
            <a:off x="5202639" y="5412904"/>
            <a:ext cx="1012958" cy="295275"/>
            <a:chOff x="2939" y="2387"/>
            <a:chExt cx="589" cy="186"/>
          </a:xfrm>
        </p:grpSpPr>
        <p:sp>
          <p:nvSpPr>
            <p:cNvPr id="88" name="Rectangle 1067"/>
            <p:cNvSpPr>
              <a:spLocks noChangeArrowheads="1"/>
            </p:cNvSpPr>
            <p:nvPr/>
          </p:nvSpPr>
          <p:spPr bwMode="auto">
            <a:xfrm>
              <a:off x="3347" y="2387"/>
              <a:ext cx="181" cy="94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altLang="ko-KR" sz="1000" b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89" name="Rectangle 1068"/>
            <p:cNvSpPr>
              <a:spLocks noChangeArrowheads="1"/>
            </p:cNvSpPr>
            <p:nvPr/>
          </p:nvSpPr>
          <p:spPr bwMode="auto">
            <a:xfrm>
              <a:off x="2939" y="2387"/>
              <a:ext cx="190" cy="159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altLang="ko-KR" sz="1200" b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90" name="Rectangle 1069"/>
            <p:cNvSpPr>
              <a:spLocks noChangeArrowheads="1"/>
            </p:cNvSpPr>
            <p:nvPr/>
          </p:nvSpPr>
          <p:spPr bwMode="auto">
            <a:xfrm>
              <a:off x="3347" y="2478"/>
              <a:ext cx="181" cy="95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altLang="ko-KR" sz="1000" b="1">
                <a:solidFill>
                  <a:srgbClr val="80808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91" name="Group 1071"/>
          <p:cNvGrpSpPr>
            <a:grpSpLocks/>
          </p:cNvGrpSpPr>
          <p:nvPr/>
        </p:nvGrpSpPr>
        <p:grpSpPr bwMode="auto">
          <a:xfrm>
            <a:off x="6841601" y="5355753"/>
            <a:ext cx="469503" cy="315912"/>
            <a:chOff x="3800" y="3095"/>
            <a:chExt cx="273" cy="199"/>
          </a:xfrm>
        </p:grpSpPr>
        <p:sp>
          <p:nvSpPr>
            <p:cNvPr id="92" name="Rectangle 1072"/>
            <p:cNvSpPr>
              <a:spLocks noChangeArrowheads="1"/>
            </p:cNvSpPr>
            <p:nvPr/>
          </p:nvSpPr>
          <p:spPr bwMode="auto">
            <a:xfrm>
              <a:off x="3800" y="3095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HP1</a:t>
              </a:r>
            </a:p>
          </p:txBody>
        </p:sp>
        <p:sp>
          <p:nvSpPr>
            <p:cNvPr id="93" name="Rectangle 1073"/>
            <p:cNvSpPr>
              <a:spLocks noChangeArrowheads="1"/>
            </p:cNvSpPr>
            <p:nvPr/>
          </p:nvSpPr>
          <p:spPr bwMode="auto">
            <a:xfrm>
              <a:off x="3800" y="3140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HP2</a:t>
              </a:r>
            </a:p>
          </p:txBody>
        </p:sp>
        <p:sp>
          <p:nvSpPr>
            <p:cNvPr id="94" name="Rectangle 1074"/>
            <p:cNvSpPr>
              <a:spLocks noChangeArrowheads="1"/>
            </p:cNvSpPr>
            <p:nvPr/>
          </p:nvSpPr>
          <p:spPr bwMode="auto">
            <a:xfrm>
              <a:off x="3800" y="3197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HP3</a:t>
              </a:r>
            </a:p>
          </p:txBody>
        </p:sp>
        <p:sp>
          <p:nvSpPr>
            <p:cNvPr id="95" name="Rectangle 1075"/>
            <p:cNvSpPr>
              <a:spLocks noChangeArrowheads="1"/>
            </p:cNvSpPr>
            <p:nvPr/>
          </p:nvSpPr>
          <p:spPr bwMode="auto">
            <a:xfrm>
              <a:off x="3800" y="3249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HP4</a:t>
              </a:r>
            </a:p>
          </p:txBody>
        </p:sp>
      </p:grpSp>
      <p:grpSp>
        <p:nvGrpSpPr>
          <p:cNvPr id="96" name="Group 1076"/>
          <p:cNvGrpSpPr>
            <a:grpSpLocks/>
          </p:cNvGrpSpPr>
          <p:nvPr/>
        </p:nvGrpSpPr>
        <p:grpSpPr bwMode="auto">
          <a:xfrm>
            <a:off x="7854558" y="5412903"/>
            <a:ext cx="313002" cy="239712"/>
            <a:chOff x="4390" y="3143"/>
            <a:chExt cx="273" cy="151"/>
          </a:xfrm>
        </p:grpSpPr>
        <p:sp>
          <p:nvSpPr>
            <p:cNvPr id="97" name="Rectangle 1077"/>
            <p:cNvSpPr>
              <a:spLocks noChangeArrowheads="1"/>
            </p:cNvSpPr>
            <p:nvPr/>
          </p:nvSpPr>
          <p:spPr bwMode="auto">
            <a:xfrm>
              <a:off x="4390" y="3249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CP3</a:t>
              </a:r>
            </a:p>
          </p:txBody>
        </p:sp>
        <p:sp>
          <p:nvSpPr>
            <p:cNvPr id="98" name="Rectangle 1078"/>
            <p:cNvSpPr>
              <a:spLocks noChangeArrowheads="1"/>
            </p:cNvSpPr>
            <p:nvPr/>
          </p:nvSpPr>
          <p:spPr bwMode="auto">
            <a:xfrm>
              <a:off x="4390" y="3203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CP2</a:t>
              </a:r>
            </a:p>
          </p:txBody>
        </p:sp>
        <p:sp>
          <p:nvSpPr>
            <p:cNvPr id="99" name="Rectangle 1079"/>
            <p:cNvSpPr>
              <a:spLocks noChangeArrowheads="1"/>
            </p:cNvSpPr>
            <p:nvPr/>
          </p:nvSpPr>
          <p:spPr bwMode="auto">
            <a:xfrm>
              <a:off x="4390" y="3143"/>
              <a:ext cx="273" cy="4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en-US" altLang="ko-KR" sz="600" b="1">
                  <a:solidFill>
                    <a:srgbClr val="80808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CP1</a:t>
              </a:r>
            </a:p>
          </p:txBody>
        </p:sp>
      </p:grpSp>
      <p:sp>
        <p:nvSpPr>
          <p:cNvPr id="100" name="Rectangle 1083"/>
          <p:cNvSpPr>
            <a:spLocks noChangeArrowheads="1"/>
          </p:cNvSpPr>
          <p:nvPr/>
        </p:nvSpPr>
        <p:spPr bwMode="auto">
          <a:xfrm>
            <a:off x="2471611" y="5340155"/>
            <a:ext cx="1482460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1" name="Rectangle 1085"/>
          <p:cNvSpPr>
            <a:spLocks noChangeArrowheads="1"/>
          </p:cNvSpPr>
          <p:nvPr/>
        </p:nvSpPr>
        <p:spPr bwMode="auto">
          <a:xfrm>
            <a:off x="5201392" y="4338166"/>
            <a:ext cx="3119702" cy="46264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no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2" name="Rectangle 1086"/>
          <p:cNvSpPr>
            <a:spLocks noChangeArrowheads="1"/>
          </p:cNvSpPr>
          <p:nvPr/>
        </p:nvSpPr>
        <p:spPr bwMode="auto">
          <a:xfrm>
            <a:off x="4110572" y="4776593"/>
            <a:ext cx="390392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3" name="Rectangle 1088"/>
          <p:cNvSpPr>
            <a:spLocks noChangeArrowheads="1"/>
          </p:cNvSpPr>
          <p:nvPr/>
        </p:nvSpPr>
        <p:spPr bwMode="auto">
          <a:xfrm>
            <a:off x="3954071" y="5336980"/>
            <a:ext cx="1092068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4" name="Rectangle 1089"/>
          <p:cNvSpPr>
            <a:spLocks noChangeArrowheads="1"/>
          </p:cNvSpPr>
          <p:nvPr/>
        </p:nvSpPr>
        <p:spPr bwMode="auto">
          <a:xfrm>
            <a:off x="5125249" y="5352855"/>
            <a:ext cx="1092067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5" name="Rectangle 1090"/>
          <p:cNvSpPr>
            <a:spLocks noChangeArrowheads="1"/>
          </p:cNvSpPr>
          <p:nvPr/>
        </p:nvSpPr>
        <p:spPr bwMode="auto">
          <a:xfrm>
            <a:off x="6294708" y="5352855"/>
            <a:ext cx="1872853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6" name="Rectangle 1092"/>
          <p:cNvSpPr>
            <a:spLocks noChangeArrowheads="1"/>
          </p:cNvSpPr>
          <p:nvPr/>
        </p:nvSpPr>
        <p:spPr bwMode="auto">
          <a:xfrm>
            <a:off x="7386775" y="4848030"/>
            <a:ext cx="1014677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7" name="Rectangle 1093"/>
          <p:cNvSpPr>
            <a:spLocks noChangeArrowheads="1"/>
          </p:cNvSpPr>
          <p:nvPr/>
        </p:nvSpPr>
        <p:spPr bwMode="auto">
          <a:xfrm>
            <a:off x="8401451" y="4261966"/>
            <a:ext cx="1247682" cy="1584325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08" name="Group 308"/>
          <p:cNvGrpSpPr>
            <a:grpSpLocks/>
          </p:cNvGrpSpPr>
          <p:nvPr/>
        </p:nvGrpSpPr>
        <p:grpSpPr bwMode="auto">
          <a:xfrm>
            <a:off x="4655746" y="4684241"/>
            <a:ext cx="395552" cy="174625"/>
            <a:chOff x="1821" y="3044"/>
            <a:chExt cx="249" cy="249"/>
          </a:xfrm>
        </p:grpSpPr>
        <p:grpSp>
          <p:nvGrpSpPr>
            <p:cNvPr id="109" name="Group 309"/>
            <p:cNvGrpSpPr>
              <a:grpSpLocks/>
            </p:cNvGrpSpPr>
            <p:nvPr/>
          </p:nvGrpSpPr>
          <p:grpSpPr bwMode="auto">
            <a:xfrm>
              <a:off x="1821" y="3044"/>
              <a:ext cx="249" cy="249"/>
              <a:chOff x="1821" y="3044"/>
              <a:chExt cx="249" cy="249"/>
            </a:xfrm>
          </p:grpSpPr>
          <p:sp>
            <p:nvSpPr>
              <p:cNvPr id="111" name="Rectangle 310"/>
              <p:cNvSpPr>
                <a:spLocks noChangeArrowheads="1"/>
              </p:cNvSpPr>
              <p:nvPr/>
            </p:nvSpPr>
            <p:spPr bwMode="auto">
              <a:xfrm>
                <a:off x="1821" y="3044"/>
                <a:ext cx="249" cy="249"/>
              </a:xfrm>
              <a:prstGeom prst="rect">
                <a:avLst/>
              </a:prstGeom>
              <a:solidFill>
                <a:srgbClr val="EAEAEA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12" name="Rectangle 311"/>
              <p:cNvSpPr>
                <a:spLocks noChangeArrowheads="1"/>
              </p:cNvSpPr>
              <p:nvPr/>
            </p:nvSpPr>
            <p:spPr bwMode="auto">
              <a:xfrm>
                <a:off x="1839" y="3064"/>
                <a:ext cx="213" cy="21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113" name="Group 312"/>
              <p:cNvGrpSpPr>
                <a:grpSpLocks/>
              </p:cNvGrpSpPr>
              <p:nvPr/>
            </p:nvGrpSpPr>
            <p:grpSpPr bwMode="auto">
              <a:xfrm>
                <a:off x="1839" y="3065"/>
                <a:ext cx="213" cy="213"/>
                <a:chOff x="1839" y="3065"/>
                <a:chExt cx="213" cy="213"/>
              </a:xfrm>
            </p:grpSpPr>
            <p:sp>
              <p:nvSpPr>
                <p:cNvPr id="114" name="Line 313"/>
                <p:cNvSpPr>
                  <a:spLocks noChangeShapeType="1"/>
                </p:cNvSpPr>
                <p:nvPr/>
              </p:nvSpPr>
              <p:spPr bwMode="auto">
                <a:xfrm>
                  <a:off x="1841" y="3065"/>
                  <a:ext cx="211" cy="211"/>
                </a:xfrm>
                <a:prstGeom prst="line">
                  <a:avLst/>
                </a:prstGeom>
                <a:noFill/>
                <a:ln w="3175">
                  <a:solidFill>
                    <a:srgbClr val="96969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15" name="Line 314"/>
                <p:cNvSpPr>
                  <a:spLocks noChangeShapeType="1"/>
                </p:cNvSpPr>
                <p:nvPr/>
              </p:nvSpPr>
              <p:spPr bwMode="auto">
                <a:xfrm flipH="1">
                  <a:off x="1839" y="3065"/>
                  <a:ext cx="213" cy="213"/>
                </a:xfrm>
                <a:prstGeom prst="line">
                  <a:avLst/>
                </a:prstGeom>
                <a:noFill/>
                <a:ln w="3175">
                  <a:solidFill>
                    <a:srgbClr val="96969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</p:grpSp>
        <p:sp>
          <p:nvSpPr>
            <p:cNvPr id="110" name="Rectangle 315"/>
            <p:cNvSpPr>
              <a:spLocks noChangeArrowheads="1"/>
            </p:cNvSpPr>
            <p:nvPr/>
          </p:nvSpPr>
          <p:spPr bwMode="auto">
            <a:xfrm>
              <a:off x="1849" y="3072"/>
              <a:ext cx="199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/>
            <a:p>
              <a:endParaRPr lang="ko-KR" altLang="en-US" b="1">
                <a:solidFill>
                  <a:srgbClr val="5F5F5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16" name="Group 308"/>
          <p:cNvGrpSpPr>
            <a:grpSpLocks/>
          </p:cNvGrpSpPr>
          <p:nvPr/>
        </p:nvGrpSpPr>
        <p:grpSpPr bwMode="auto">
          <a:xfrm>
            <a:off x="4666065" y="5055716"/>
            <a:ext cx="395552" cy="174625"/>
            <a:chOff x="1821" y="3044"/>
            <a:chExt cx="249" cy="249"/>
          </a:xfrm>
        </p:grpSpPr>
        <p:grpSp>
          <p:nvGrpSpPr>
            <p:cNvPr id="117" name="Group 309"/>
            <p:cNvGrpSpPr>
              <a:grpSpLocks/>
            </p:cNvGrpSpPr>
            <p:nvPr/>
          </p:nvGrpSpPr>
          <p:grpSpPr bwMode="auto">
            <a:xfrm>
              <a:off x="1821" y="3044"/>
              <a:ext cx="249" cy="249"/>
              <a:chOff x="1821" y="3044"/>
              <a:chExt cx="249" cy="249"/>
            </a:xfrm>
          </p:grpSpPr>
          <p:sp>
            <p:nvSpPr>
              <p:cNvPr id="119" name="Rectangle 310"/>
              <p:cNvSpPr>
                <a:spLocks noChangeArrowheads="1"/>
              </p:cNvSpPr>
              <p:nvPr/>
            </p:nvSpPr>
            <p:spPr bwMode="auto">
              <a:xfrm>
                <a:off x="1821" y="3044"/>
                <a:ext cx="249" cy="249"/>
              </a:xfrm>
              <a:prstGeom prst="rect">
                <a:avLst/>
              </a:prstGeom>
              <a:solidFill>
                <a:srgbClr val="EAEAEA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20" name="Rectangle 311"/>
              <p:cNvSpPr>
                <a:spLocks noChangeArrowheads="1"/>
              </p:cNvSpPr>
              <p:nvPr/>
            </p:nvSpPr>
            <p:spPr bwMode="auto">
              <a:xfrm>
                <a:off x="1839" y="3064"/>
                <a:ext cx="213" cy="21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121" name="Group 312"/>
              <p:cNvGrpSpPr>
                <a:grpSpLocks/>
              </p:cNvGrpSpPr>
              <p:nvPr/>
            </p:nvGrpSpPr>
            <p:grpSpPr bwMode="auto">
              <a:xfrm>
                <a:off x="1839" y="3065"/>
                <a:ext cx="213" cy="213"/>
                <a:chOff x="1839" y="3065"/>
                <a:chExt cx="213" cy="213"/>
              </a:xfrm>
            </p:grpSpPr>
            <p:sp>
              <p:nvSpPr>
                <p:cNvPr id="122" name="Line 313"/>
                <p:cNvSpPr>
                  <a:spLocks noChangeShapeType="1"/>
                </p:cNvSpPr>
                <p:nvPr/>
              </p:nvSpPr>
              <p:spPr bwMode="auto">
                <a:xfrm>
                  <a:off x="1841" y="3065"/>
                  <a:ext cx="211" cy="211"/>
                </a:xfrm>
                <a:prstGeom prst="line">
                  <a:avLst/>
                </a:prstGeom>
                <a:noFill/>
                <a:ln w="3175">
                  <a:solidFill>
                    <a:srgbClr val="96969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23" name="Line 314"/>
                <p:cNvSpPr>
                  <a:spLocks noChangeShapeType="1"/>
                </p:cNvSpPr>
                <p:nvPr/>
              </p:nvSpPr>
              <p:spPr bwMode="auto">
                <a:xfrm flipH="1">
                  <a:off x="1839" y="3065"/>
                  <a:ext cx="213" cy="213"/>
                </a:xfrm>
                <a:prstGeom prst="line">
                  <a:avLst/>
                </a:prstGeom>
                <a:noFill/>
                <a:ln w="3175">
                  <a:solidFill>
                    <a:srgbClr val="96969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</p:grpSp>
        <p:sp>
          <p:nvSpPr>
            <p:cNvPr id="118" name="Rectangle 315"/>
            <p:cNvSpPr>
              <a:spLocks noChangeArrowheads="1"/>
            </p:cNvSpPr>
            <p:nvPr/>
          </p:nvSpPr>
          <p:spPr bwMode="auto">
            <a:xfrm>
              <a:off x="1849" y="3072"/>
              <a:ext cx="199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/>
            <a:p>
              <a:endParaRPr lang="ko-KR" altLang="en-US" b="1">
                <a:solidFill>
                  <a:srgbClr val="5F5F5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24" name="Group 308"/>
          <p:cNvGrpSpPr>
            <a:grpSpLocks/>
          </p:cNvGrpSpPr>
          <p:nvPr/>
        </p:nvGrpSpPr>
        <p:grpSpPr bwMode="auto">
          <a:xfrm>
            <a:off x="4655746" y="4868391"/>
            <a:ext cx="395552" cy="174625"/>
            <a:chOff x="1821" y="3044"/>
            <a:chExt cx="249" cy="249"/>
          </a:xfrm>
        </p:grpSpPr>
        <p:grpSp>
          <p:nvGrpSpPr>
            <p:cNvPr id="125" name="Group 309"/>
            <p:cNvGrpSpPr>
              <a:grpSpLocks/>
            </p:cNvGrpSpPr>
            <p:nvPr/>
          </p:nvGrpSpPr>
          <p:grpSpPr bwMode="auto">
            <a:xfrm>
              <a:off x="1821" y="3044"/>
              <a:ext cx="249" cy="249"/>
              <a:chOff x="1821" y="3044"/>
              <a:chExt cx="249" cy="249"/>
            </a:xfrm>
          </p:grpSpPr>
          <p:sp>
            <p:nvSpPr>
              <p:cNvPr id="127" name="Rectangle 310"/>
              <p:cNvSpPr>
                <a:spLocks noChangeArrowheads="1"/>
              </p:cNvSpPr>
              <p:nvPr/>
            </p:nvSpPr>
            <p:spPr bwMode="auto">
              <a:xfrm>
                <a:off x="1821" y="3044"/>
                <a:ext cx="249" cy="249"/>
              </a:xfrm>
              <a:prstGeom prst="rect">
                <a:avLst/>
              </a:prstGeom>
              <a:solidFill>
                <a:srgbClr val="EAEAEA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28" name="Rectangle 311"/>
              <p:cNvSpPr>
                <a:spLocks noChangeArrowheads="1"/>
              </p:cNvSpPr>
              <p:nvPr/>
            </p:nvSpPr>
            <p:spPr bwMode="auto">
              <a:xfrm>
                <a:off x="1839" y="3064"/>
                <a:ext cx="213" cy="21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grpSp>
            <p:nvGrpSpPr>
              <p:cNvPr id="129" name="Group 312"/>
              <p:cNvGrpSpPr>
                <a:grpSpLocks/>
              </p:cNvGrpSpPr>
              <p:nvPr/>
            </p:nvGrpSpPr>
            <p:grpSpPr bwMode="auto">
              <a:xfrm>
                <a:off x="1839" y="3065"/>
                <a:ext cx="213" cy="213"/>
                <a:chOff x="1839" y="3065"/>
                <a:chExt cx="213" cy="213"/>
              </a:xfrm>
            </p:grpSpPr>
            <p:sp>
              <p:nvSpPr>
                <p:cNvPr id="130" name="Line 313"/>
                <p:cNvSpPr>
                  <a:spLocks noChangeShapeType="1"/>
                </p:cNvSpPr>
                <p:nvPr/>
              </p:nvSpPr>
              <p:spPr bwMode="auto">
                <a:xfrm>
                  <a:off x="1841" y="3065"/>
                  <a:ext cx="211" cy="211"/>
                </a:xfrm>
                <a:prstGeom prst="line">
                  <a:avLst/>
                </a:prstGeom>
                <a:noFill/>
                <a:ln w="3175">
                  <a:solidFill>
                    <a:srgbClr val="96969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31" name="Line 314"/>
                <p:cNvSpPr>
                  <a:spLocks noChangeShapeType="1"/>
                </p:cNvSpPr>
                <p:nvPr/>
              </p:nvSpPr>
              <p:spPr bwMode="auto">
                <a:xfrm flipH="1">
                  <a:off x="1839" y="3065"/>
                  <a:ext cx="213" cy="213"/>
                </a:xfrm>
                <a:prstGeom prst="line">
                  <a:avLst/>
                </a:prstGeom>
                <a:noFill/>
                <a:ln w="3175">
                  <a:solidFill>
                    <a:srgbClr val="96969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</p:grpSp>
        <p:sp>
          <p:nvSpPr>
            <p:cNvPr id="126" name="Rectangle 315"/>
            <p:cNvSpPr>
              <a:spLocks noChangeArrowheads="1"/>
            </p:cNvSpPr>
            <p:nvPr/>
          </p:nvSpPr>
          <p:spPr bwMode="auto">
            <a:xfrm>
              <a:off x="1849" y="3072"/>
              <a:ext cx="199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/>
            <a:p>
              <a:endParaRPr lang="ko-KR" altLang="en-US" b="1">
                <a:solidFill>
                  <a:srgbClr val="5F5F5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pic>
        <p:nvPicPr>
          <p:cNvPr id="132" name="Picture 112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5617" t="9137"/>
          <a:stretch>
            <a:fillRect/>
          </a:stretch>
        </p:blipFill>
        <p:spPr bwMode="auto">
          <a:xfrm>
            <a:off x="8478843" y="4333403"/>
            <a:ext cx="1092067" cy="1420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" name="Group 1381"/>
          <p:cNvGrpSpPr>
            <a:grpSpLocks/>
          </p:cNvGrpSpPr>
          <p:nvPr/>
        </p:nvGrpSpPr>
        <p:grpSpPr bwMode="auto">
          <a:xfrm>
            <a:off x="1952233" y="4654079"/>
            <a:ext cx="316442" cy="1025525"/>
            <a:chOff x="1112" y="2494"/>
            <a:chExt cx="200" cy="1120"/>
          </a:xfrm>
        </p:grpSpPr>
        <p:sp>
          <p:nvSpPr>
            <p:cNvPr id="134" name="Rectangle 1382"/>
            <p:cNvSpPr>
              <a:spLocks noChangeArrowheads="1"/>
            </p:cNvSpPr>
            <p:nvPr/>
          </p:nvSpPr>
          <p:spPr bwMode="auto">
            <a:xfrm>
              <a:off x="1112" y="2494"/>
              <a:ext cx="56" cy="1120"/>
            </a:xfrm>
            <a:prstGeom prst="rect">
              <a:avLst/>
            </a:prstGeom>
            <a:solidFill>
              <a:srgbClr val="C0C0C0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35" name="Rectangle 1383"/>
            <p:cNvSpPr>
              <a:spLocks noChangeArrowheads="1"/>
            </p:cNvSpPr>
            <p:nvPr/>
          </p:nvSpPr>
          <p:spPr bwMode="auto">
            <a:xfrm>
              <a:off x="1256" y="2494"/>
              <a:ext cx="56" cy="1120"/>
            </a:xfrm>
            <a:prstGeom prst="rect">
              <a:avLst/>
            </a:prstGeom>
            <a:solidFill>
              <a:srgbClr val="C0C0C0"/>
            </a:solidFill>
            <a:ln w="317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grpSp>
        <p:nvGrpSpPr>
          <p:cNvPr id="136" name="Group 1384"/>
          <p:cNvGrpSpPr>
            <a:grpSpLocks/>
          </p:cNvGrpSpPr>
          <p:nvPr/>
        </p:nvGrpSpPr>
        <p:grpSpPr bwMode="auto">
          <a:xfrm>
            <a:off x="1842166" y="5193828"/>
            <a:ext cx="538295" cy="436562"/>
            <a:chOff x="760" y="2674"/>
            <a:chExt cx="339" cy="275"/>
          </a:xfrm>
        </p:grpSpPr>
        <p:sp>
          <p:nvSpPr>
            <p:cNvPr id="137" name="Rectangle 1385"/>
            <p:cNvSpPr>
              <a:spLocks noChangeArrowheads="1"/>
            </p:cNvSpPr>
            <p:nvPr/>
          </p:nvSpPr>
          <p:spPr bwMode="auto">
            <a:xfrm>
              <a:off x="760" y="2674"/>
              <a:ext cx="56" cy="275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grpSp>
          <p:nvGrpSpPr>
            <p:cNvPr id="138" name="Group 1386"/>
            <p:cNvGrpSpPr>
              <a:grpSpLocks/>
            </p:cNvGrpSpPr>
            <p:nvPr/>
          </p:nvGrpSpPr>
          <p:grpSpPr bwMode="auto">
            <a:xfrm>
              <a:off x="784" y="2702"/>
              <a:ext cx="315" cy="225"/>
              <a:chOff x="1661" y="2982"/>
              <a:chExt cx="315" cy="225"/>
            </a:xfrm>
          </p:grpSpPr>
          <p:sp>
            <p:nvSpPr>
              <p:cNvPr id="139" name="Rectangle 1387"/>
              <p:cNvSpPr>
                <a:spLocks noChangeArrowheads="1"/>
              </p:cNvSpPr>
              <p:nvPr/>
            </p:nvSpPr>
            <p:spPr bwMode="auto">
              <a:xfrm>
                <a:off x="1661" y="3112"/>
                <a:ext cx="315" cy="27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solidFill>
                    <a:srgbClr val="0000FF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0" name="Rectangle 1388"/>
              <p:cNvSpPr>
                <a:spLocks noChangeArrowheads="1"/>
              </p:cNvSpPr>
              <p:nvPr/>
            </p:nvSpPr>
            <p:spPr bwMode="auto">
              <a:xfrm>
                <a:off x="1661" y="3045"/>
                <a:ext cx="315" cy="27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solidFill>
                    <a:srgbClr val="0000FF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1" name="Rectangle 1389"/>
              <p:cNvSpPr>
                <a:spLocks noChangeArrowheads="1"/>
              </p:cNvSpPr>
              <p:nvPr/>
            </p:nvSpPr>
            <p:spPr bwMode="auto">
              <a:xfrm>
                <a:off x="1661" y="2982"/>
                <a:ext cx="315" cy="27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solidFill>
                    <a:srgbClr val="0000FF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  <p:sp>
            <p:nvSpPr>
              <p:cNvPr id="142" name="Rectangle 1390"/>
              <p:cNvSpPr>
                <a:spLocks noChangeArrowheads="1"/>
              </p:cNvSpPr>
              <p:nvPr/>
            </p:nvSpPr>
            <p:spPr bwMode="auto">
              <a:xfrm>
                <a:off x="1661" y="3180"/>
                <a:ext cx="315" cy="27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b="1">
                  <a:solidFill>
                    <a:srgbClr val="0000FF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endParaRPr>
              </a:p>
            </p:txBody>
          </p:sp>
        </p:grpSp>
      </p:grpSp>
      <p:grpSp>
        <p:nvGrpSpPr>
          <p:cNvPr id="143" name="Group 1421"/>
          <p:cNvGrpSpPr>
            <a:grpSpLocks/>
          </p:cNvGrpSpPr>
          <p:nvPr/>
        </p:nvGrpSpPr>
        <p:grpSpPr bwMode="auto">
          <a:xfrm>
            <a:off x="2471610" y="4765204"/>
            <a:ext cx="490141" cy="490537"/>
            <a:chOff x="1410" y="3116"/>
            <a:chExt cx="309" cy="309"/>
          </a:xfrm>
        </p:grpSpPr>
        <p:sp>
          <p:nvSpPr>
            <p:cNvPr id="144" name="Rectangle 1422"/>
            <p:cNvSpPr>
              <a:spLocks noChangeArrowheads="1"/>
            </p:cNvSpPr>
            <p:nvPr/>
          </p:nvSpPr>
          <p:spPr bwMode="auto">
            <a:xfrm>
              <a:off x="1441" y="3142"/>
              <a:ext cx="252" cy="252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ko-KR" altLang="en-US" b="1">
                  <a:solidFill>
                    <a:srgbClr val="0000FF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</a:t>
              </a:r>
            </a:p>
          </p:txBody>
        </p:sp>
        <p:grpSp>
          <p:nvGrpSpPr>
            <p:cNvPr id="145" name="Group 1423"/>
            <p:cNvGrpSpPr>
              <a:grpSpLocks/>
            </p:cNvGrpSpPr>
            <p:nvPr/>
          </p:nvGrpSpPr>
          <p:grpSpPr bwMode="auto">
            <a:xfrm rot="5400000">
              <a:off x="1480" y="3193"/>
              <a:ext cx="174" cy="150"/>
              <a:chOff x="678" y="3102"/>
              <a:chExt cx="174" cy="180"/>
            </a:xfrm>
          </p:grpSpPr>
          <p:grpSp>
            <p:nvGrpSpPr>
              <p:cNvPr id="147" name="Group 1424"/>
              <p:cNvGrpSpPr>
                <a:grpSpLocks/>
              </p:cNvGrpSpPr>
              <p:nvPr/>
            </p:nvGrpSpPr>
            <p:grpSpPr bwMode="auto">
              <a:xfrm>
                <a:off x="678" y="3206"/>
                <a:ext cx="174" cy="76"/>
                <a:chOff x="1608" y="3642"/>
                <a:chExt cx="411" cy="180"/>
              </a:xfrm>
            </p:grpSpPr>
            <p:sp>
              <p:nvSpPr>
                <p:cNvPr id="152" name="Rectangle 1425"/>
                <p:cNvSpPr>
                  <a:spLocks noChangeArrowheads="1"/>
                </p:cNvSpPr>
                <p:nvPr/>
              </p:nvSpPr>
              <p:spPr bwMode="auto">
                <a:xfrm>
                  <a:off x="1608" y="3642"/>
                  <a:ext cx="56" cy="180"/>
                </a:xfrm>
                <a:prstGeom prst="rect">
                  <a:avLst/>
                </a:prstGeom>
                <a:solidFill>
                  <a:srgbClr val="FFFFFF"/>
                </a:solidFill>
                <a:ln w="3175" algn="ctr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rot="10800000" vert="eaVert" wrap="none" anchor="ctr"/>
                <a:lstStyle/>
                <a:p>
                  <a:endParaRPr lang="ko-KR" altLang="en-US" b="1">
                    <a:solidFill>
                      <a:srgbClr val="0000FF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53" name="Rectangle 1426"/>
                <p:cNvSpPr>
                  <a:spLocks noChangeArrowheads="1"/>
                </p:cNvSpPr>
                <p:nvPr/>
              </p:nvSpPr>
              <p:spPr bwMode="auto">
                <a:xfrm>
                  <a:off x="1782" y="3642"/>
                  <a:ext cx="56" cy="180"/>
                </a:xfrm>
                <a:prstGeom prst="rect">
                  <a:avLst/>
                </a:prstGeom>
                <a:solidFill>
                  <a:srgbClr val="FFFFFF"/>
                </a:solidFill>
                <a:ln w="3175" algn="ctr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rot="10800000" vert="eaVert" wrap="none" anchor="ctr"/>
                <a:lstStyle/>
                <a:p>
                  <a:endParaRPr lang="ko-KR" altLang="en-US" b="1">
                    <a:solidFill>
                      <a:srgbClr val="0000FF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54" name="Rectangle 1427"/>
                <p:cNvSpPr>
                  <a:spLocks noChangeArrowheads="1"/>
                </p:cNvSpPr>
                <p:nvPr/>
              </p:nvSpPr>
              <p:spPr bwMode="auto">
                <a:xfrm>
                  <a:off x="1963" y="3642"/>
                  <a:ext cx="56" cy="180"/>
                </a:xfrm>
                <a:prstGeom prst="rect">
                  <a:avLst/>
                </a:prstGeom>
                <a:solidFill>
                  <a:srgbClr val="FFFFFF"/>
                </a:solidFill>
                <a:ln w="3175" algn="ctr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rot="10800000" vert="eaVert" wrap="none" anchor="ctr"/>
                <a:lstStyle/>
                <a:p>
                  <a:endParaRPr lang="ko-KR" altLang="en-US" b="1">
                    <a:solidFill>
                      <a:srgbClr val="0000FF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  <p:grpSp>
            <p:nvGrpSpPr>
              <p:cNvPr id="148" name="Group 1428"/>
              <p:cNvGrpSpPr>
                <a:grpSpLocks/>
              </p:cNvGrpSpPr>
              <p:nvPr/>
            </p:nvGrpSpPr>
            <p:grpSpPr bwMode="auto">
              <a:xfrm>
                <a:off x="678" y="3102"/>
                <a:ext cx="174" cy="76"/>
                <a:chOff x="1608" y="3642"/>
                <a:chExt cx="411" cy="180"/>
              </a:xfrm>
            </p:grpSpPr>
            <p:sp>
              <p:nvSpPr>
                <p:cNvPr id="149" name="Rectangle 1429"/>
                <p:cNvSpPr>
                  <a:spLocks noChangeArrowheads="1"/>
                </p:cNvSpPr>
                <p:nvPr/>
              </p:nvSpPr>
              <p:spPr bwMode="auto">
                <a:xfrm>
                  <a:off x="1608" y="3642"/>
                  <a:ext cx="56" cy="180"/>
                </a:xfrm>
                <a:prstGeom prst="rect">
                  <a:avLst/>
                </a:prstGeom>
                <a:solidFill>
                  <a:srgbClr val="FFFFFF"/>
                </a:solidFill>
                <a:ln w="3175" algn="ctr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rot="10800000" vert="eaVert" wrap="none" anchor="ctr"/>
                <a:lstStyle/>
                <a:p>
                  <a:endParaRPr lang="ko-KR" altLang="en-US" b="1">
                    <a:solidFill>
                      <a:srgbClr val="0000FF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50" name="Rectangle 1430"/>
                <p:cNvSpPr>
                  <a:spLocks noChangeArrowheads="1"/>
                </p:cNvSpPr>
                <p:nvPr/>
              </p:nvSpPr>
              <p:spPr bwMode="auto">
                <a:xfrm>
                  <a:off x="1782" y="3642"/>
                  <a:ext cx="56" cy="180"/>
                </a:xfrm>
                <a:prstGeom prst="rect">
                  <a:avLst/>
                </a:prstGeom>
                <a:solidFill>
                  <a:srgbClr val="FFFFFF"/>
                </a:solidFill>
                <a:ln w="3175" algn="ctr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rot="10800000" vert="eaVert" wrap="none" anchor="ctr"/>
                <a:lstStyle/>
                <a:p>
                  <a:endParaRPr lang="ko-KR" altLang="en-US" b="1">
                    <a:solidFill>
                      <a:srgbClr val="0000FF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  <p:sp>
              <p:nvSpPr>
                <p:cNvPr id="151" name="Rectangle 1431"/>
                <p:cNvSpPr>
                  <a:spLocks noChangeArrowheads="1"/>
                </p:cNvSpPr>
                <p:nvPr/>
              </p:nvSpPr>
              <p:spPr bwMode="auto">
                <a:xfrm>
                  <a:off x="1963" y="3642"/>
                  <a:ext cx="56" cy="180"/>
                </a:xfrm>
                <a:prstGeom prst="rect">
                  <a:avLst/>
                </a:prstGeom>
                <a:solidFill>
                  <a:srgbClr val="FFFFFF"/>
                </a:solidFill>
                <a:ln w="3175" algn="ctr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rot="10800000" vert="eaVert" wrap="none" anchor="ctr"/>
                <a:lstStyle/>
                <a:p>
                  <a:endParaRPr lang="ko-KR" altLang="en-US" b="1">
                    <a:solidFill>
                      <a:srgbClr val="0000FF"/>
                    </a:solidFill>
                    <a:latin typeface="LG스마트체 Regular" panose="020B0600000101010101" pitchFamily="50" charset="-127"/>
                    <a:ea typeface="LG스마트체 Regular" panose="020B0600000101010101" pitchFamily="50" charset="-127"/>
                  </a:endParaRPr>
                </a:p>
              </p:txBody>
            </p:sp>
          </p:grpSp>
        </p:grpSp>
        <p:sp>
          <p:nvSpPr>
            <p:cNvPr id="146" name="Rectangle 1432"/>
            <p:cNvSpPr>
              <a:spLocks noChangeArrowheads="1"/>
            </p:cNvSpPr>
            <p:nvPr/>
          </p:nvSpPr>
          <p:spPr bwMode="auto">
            <a:xfrm>
              <a:off x="1410" y="3116"/>
              <a:ext cx="309" cy="309"/>
            </a:xfrm>
            <a:prstGeom prst="rect">
              <a:avLst/>
            </a:prstGeom>
            <a:noFill/>
            <a:ln w="3175" algn="ctr">
              <a:solidFill>
                <a:srgbClr val="969696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ko-KR" altLang="en-US" b="1">
                  <a:solidFill>
                    <a:srgbClr val="0000FF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</a:t>
              </a:r>
            </a:p>
          </p:txBody>
        </p:sp>
      </p:grpSp>
      <p:sp>
        <p:nvSpPr>
          <p:cNvPr id="155" name="Rectangle 1205"/>
          <p:cNvSpPr>
            <a:spLocks noChangeArrowheads="1"/>
          </p:cNvSpPr>
          <p:nvPr/>
        </p:nvSpPr>
        <p:spPr bwMode="auto">
          <a:xfrm>
            <a:off x="2471610" y="4800405"/>
            <a:ext cx="469504" cy="369332"/>
          </a:xfrm>
          <a:prstGeom prst="rect">
            <a:avLst/>
          </a:prstGeom>
          <a:noFill/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6" name="Freeform 1242"/>
          <p:cNvSpPr>
            <a:spLocks/>
          </p:cNvSpPr>
          <p:nvPr/>
        </p:nvSpPr>
        <p:spPr bwMode="auto">
          <a:xfrm rot="16200000">
            <a:off x="4148738" y="4545611"/>
            <a:ext cx="936625" cy="369332"/>
          </a:xfrm>
          <a:custGeom>
            <a:avLst/>
            <a:gdLst>
              <a:gd name="T0" fmla="*/ 2147483647 w 498"/>
              <a:gd name="T1" fmla="*/ 0 h 453"/>
              <a:gd name="T2" fmla="*/ 2147483647 w 498"/>
              <a:gd name="T3" fmla="*/ 2147483647 h 453"/>
              <a:gd name="T4" fmla="*/ 0 w 498"/>
              <a:gd name="T5" fmla="*/ 2147483647 h 453"/>
              <a:gd name="T6" fmla="*/ 0 w 498"/>
              <a:gd name="T7" fmla="*/ 2147483647 h 453"/>
              <a:gd name="T8" fmla="*/ 2147483647 w 498"/>
              <a:gd name="T9" fmla="*/ 2147483647 h 453"/>
              <a:gd name="T10" fmla="*/ 2147483647 w 498"/>
              <a:gd name="T11" fmla="*/ 0 h 453"/>
              <a:gd name="T12" fmla="*/ 2147483647 w 498"/>
              <a:gd name="T13" fmla="*/ 0 h 45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98"/>
              <a:gd name="T22" fmla="*/ 0 h 453"/>
              <a:gd name="T23" fmla="*/ 498 w 498"/>
              <a:gd name="T24" fmla="*/ 453 h 45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98" h="453">
                <a:moveTo>
                  <a:pt x="226" y="0"/>
                </a:moveTo>
                <a:lnTo>
                  <a:pt x="226" y="226"/>
                </a:lnTo>
                <a:lnTo>
                  <a:pt x="0" y="226"/>
                </a:lnTo>
                <a:lnTo>
                  <a:pt x="0" y="453"/>
                </a:lnTo>
                <a:lnTo>
                  <a:pt x="498" y="453"/>
                </a:lnTo>
                <a:lnTo>
                  <a:pt x="498" y="0"/>
                </a:lnTo>
                <a:lnTo>
                  <a:pt x="226" y="0"/>
                </a:lnTo>
                <a:close/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57" name="그룹 3"/>
          <p:cNvGrpSpPr>
            <a:grpSpLocks/>
          </p:cNvGrpSpPr>
          <p:nvPr/>
        </p:nvGrpSpPr>
        <p:grpSpPr bwMode="auto">
          <a:xfrm>
            <a:off x="1168008" y="5347251"/>
            <a:ext cx="514218" cy="261938"/>
            <a:chOff x="1681390" y="5067850"/>
            <a:chExt cx="266700" cy="261937"/>
          </a:xfrm>
          <a:noFill/>
        </p:grpSpPr>
        <p:sp>
          <p:nvSpPr>
            <p:cNvPr id="158" name="Rectangle 741"/>
            <p:cNvSpPr>
              <a:spLocks noChangeAspect="1" noChangeArrowheads="1"/>
            </p:cNvSpPr>
            <p:nvPr/>
          </p:nvSpPr>
          <p:spPr bwMode="auto">
            <a:xfrm>
              <a:off x="1681390" y="5067850"/>
              <a:ext cx="266700" cy="261937"/>
            </a:xfrm>
            <a:prstGeom prst="rect">
              <a:avLst/>
            </a:prstGeom>
            <a:grpFill/>
            <a:ln w="9525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59" name="Rectangle 742" descr="밝은 수평선"/>
            <p:cNvSpPr>
              <a:spLocks noChangeAspect="1" noChangeArrowheads="1"/>
            </p:cNvSpPr>
            <p:nvPr/>
          </p:nvSpPr>
          <p:spPr bwMode="auto">
            <a:xfrm>
              <a:off x="1704922" y="5085184"/>
              <a:ext cx="220616" cy="217639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60" name="자유형 159"/>
          <p:cNvSpPr/>
          <p:nvPr/>
        </p:nvSpPr>
        <p:spPr>
          <a:xfrm>
            <a:off x="1711954" y="4572209"/>
            <a:ext cx="7323364" cy="870857"/>
          </a:xfrm>
          <a:custGeom>
            <a:avLst/>
            <a:gdLst>
              <a:gd name="connsiteX0" fmla="*/ 0 w 6760028"/>
              <a:gd name="connsiteY0" fmla="*/ 870857 h 870857"/>
              <a:gd name="connsiteX1" fmla="*/ 6760028 w 6760028"/>
              <a:gd name="connsiteY1" fmla="*/ 870857 h 870857"/>
              <a:gd name="connsiteX2" fmla="*/ 6760028 w 6760028"/>
              <a:gd name="connsiteY2" fmla="*/ 0 h 870857"/>
              <a:gd name="connsiteX3" fmla="*/ 2884714 w 6760028"/>
              <a:gd name="connsiteY3" fmla="*/ 0 h 870857"/>
              <a:gd name="connsiteX4" fmla="*/ 2884714 w 6760028"/>
              <a:gd name="connsiteY4" fmla="*/ 413657 h 870857"/>
              <a:gd name="connsiteX5" fmla="*/ 2188028 w 6760028"/>
              <a:gd name="connsiteY5" fmla="*/ 413657 h 870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60028" h="870857">
                <a:moveTo>
                  <a:pt x="0" y="870857"/>
                </a:moveTo>
                <a:lnTo>
                  <a:pt x="6760028" y="870857"/>
                </a:lnTo>
                <a:lnTo>
                  <a:pt x="6760028" y="0"/>
                </a:lnTo>
                <a:lnTo>
                  <a:pt x="2884714" y="0"/>
                </a:lnTo>
                <a:lnTo>
                  <a:pt x="2884714" y="413657"/>
                </a:lnTo>
                <a:lnTo>
                  <a:pt x="2188028" y="413657"/>
                </a:lnTo>
              </a:path>
            </a:pathLst>
          </a:custGeom>
          <a:noFill/>
          <a:ln w="28575">
            <a:solidFill>
              <a:srgbClr val="0000FF"/>
            </a:solidFill>
            <a:headEnd type="none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1" name="자유형 160"/>
          <p:cNvSpPr/>
          <p:nvPr/>
        </p:nvSpPr>
        <p:spPr>
          <a:xfrm>
            <a:off x="1677201" y="4972105"/>
            <a:ext cx="1309007" cy="370114"/>
          </a:xfrm>
          <a:custGeom>
            <a:avLst/>
            <a:gdLst>
              <a:gd name="connsiteX0" fmla="*/ 1208314 w 1208314"/>
              <a:gd name="connsiteY0" fmla="*/ 0 h 370114"/>
              <a:gd name="connsiteX1" fmla="*/ 391885 w 1208314"/>
              <a:gd name="connsiteY1" fmla="*/ 21771 h 370114"/>
              <a:gd name="connsiteX2" fmla="*/ 391885 w 1208314"/>
              <a:gd name="connsiteY2" fmla="*/ 370114 h 370114"/>
              <a:gd name="connsiteX3" fmla="*/ 0 w 1208314"/>
              <a:gd name="connsiteY3" fmla="*/ 370114 h 370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8314" h="370114">
                <a:moveTo>
                  <a:pt x="1208314" y="0"/>
                </a:moveTo>
                <a:lnTo>
                  <a:pt x="391885" y="21771"/>
                </a:lnTo>
                <a:lnTo>
                  <a:pt x="391885" y="370114"/>
                </a:lnTo>
                <a:lnTo>
                  <a:pt x="0" y="370114"/>
                </a:lnTo>
              </a:path>
            </a:pathLst>
          </a:custGeom>
          <a:noFill/>
          <a:ln w="28575">
            <a:solidFill>
              <a:srgbClr val="0000FF"/>
            </a:solidFill>
            <a:headEnd type="none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2" name="AutoShape 712"/>
          <p:cNvSpPr>
            <a:spLocks noChangeAspect="1" noChangeArrowheads="1"/>
          </p:cNvSpPr>
          <p:nvPr/>
        </p:nvSpPr>
        <p:spPr bwMode="auto">
          <a:xfrm rot="10800000">
            <a:off x="2484508" y="5316051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3" name="AutoShape 712"/>
          <p:cNvSpPr>
            <a:spLocks noChangeAspect="1" noChangeArrowheads="1"/>
          </p:cNvSpPr>
          <p:nvPr/>
        </p:nvSpPr>
        <p:spPr bwMode="auto">
          <a:xfrm rot="10800000">
            <a:off x="3064485" y="5324964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4" name="AutoShape 712"/>
          <p:cNvSpPr>
            <a:spLocks noChangeAspect="1" noChangeArrowheads="1"/>
          </p:cNvSpPr>
          <p:nvPr/>
        </p:nvSpPr>
        <p:spPr bwMode="auto">
          <a:xfrm rot="10800000">
            <a:off x="3644462" y="5322991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5" name="AutoShape 712"/>
          <p:cNvSpPr>
            <a:spLocks noChangeAspect="1" noChangeArrowheads="1"/>
          </p:cNvSpPr>
          <p:nvPr/>
        </p:nvSpPr>
        <p:spPr bwMode="auto">
          <a:xfrm rot="10800000">
            <a:off x="4224438" y="5321018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6" name="AutoShape 712"/>
          <p:cNvSpPr>
            <a:spLocks noChangeAspect="1" noChangeArrowheads="1"/>
          </p:cNvSpPr>
          <p:nvPr/>
        </p:nvSpPr>
        <p:spPr bwMode="auto">
          <a:xfrm rot="10800000">
            <a:off x="4804415" y="5319045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7" name="AutoShape 712"/>
          <p:cNvSpPr>
            <a:spLocks noChangeAspect="1" noChangeArrowheads="1"/>
          </p:cNvSpPr>
          <p:nvPr/>
        </p:nvSpPr>
        <p:spPr bwMode="auto">
          <a:xfrm rot="10800000">
            <a:off x="5384391" y="5317072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8" name="AutoShape 712"/>
          <p:cNvSpPr>
            <a:spLocks noChangeAspect="1" noChangeArrowheads="1"/>
          </p:cNvSpPr>
          <p:nvPr/>
        </p:nvSpPr>
        <p:spPr bwMode="auto">
          <a:xfrm rot="10800000">
            <a:off x="5964368" y="531509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9" name="AutoShape 712"/>
          <p:cNvSpPr>
            <a:spLocks noChangeAspect="1" noChangeArrowheads="1"/>
          </p:cNvSpPr>
          <p:nvPr/>
        </p:nvSpPr>
        <p:spPr bwMode="auto">
          <a:xfrm rot="10800000">
            <a:off x="6544345" y="5313126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0" name="AutoShape 712"/>
          <p:cNvSpPr>
            <a:spLocks noChangeAspect="1" noChangeArrowheads="1"/>
          </p:cNvSpPr>
          <p:nvPr/>
        </p:nvSpPr>
        <p:spPr bwMode="auto">
          <a:xfrm rot="10800000">
            <a:off x="7124321" y="5311153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1" name="AutoShape 712"/>
          <p:cNvSpPr>
            <a:spLocks noChangeAspect="1" noChangeArrowheads="1"/>
          </p:cNvSpPr>
          <p:nvPr/>
        </p:nvSpPr>
        <p:spPr bwMode="auto">
          <a:xfrm rot="10800000">
            <a:off x="7704301" y="530888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2" name="AutoShape 712"/>
          <p:cNvSpPr>
            <a:spLocks noChangeAspect="1" noChangeArrowheads="1"/>
          </p:cNvSpPr>
          <p:nvPr/>
        </p:nvSpPr>
        <p:spPr bwMode="auto">
          <a:xfrm rot="10800000">
            <a:off x="8632983" y="4853565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3" name="AutoShape 712"/>
          <p:cNvSpPr>
            <a:spLocks noChangeAspect="1" noChangeArrowheads="1"/>
          </p:cNvSpPr>
          <p:nvPr/>
        </p:nvSpPr>
        <p:spPr bwMode="auto">
          <a:xfrm rot="10800000">
            <a:off x="7771181" y="434950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4" name="AutoShape 712"/>
          <p:cNvSpPr>
            <a:spLocks noChangeAspect="1" noChangeArrowheads="1"/>
          </p:cNvSpPr>
          <p:nvPr/>
        </p:nvSpPr>
        <p:spPr bwMode="auto">
          <a:xfrm rot="10800000">
            <a:off x="7147111" y="434950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5" name="AutoShape 712"/>
          <p:cNvSpPr>
            <a:spLocks noChangeAspect="1" noChangeArrowheads="1"/>
          </p:cNvSpPr>
          <p:nvPr/>
        </p:nvSpPr>
        <p:spPr bwMode="auto">
          <a:xfrm rot="10800000">
            <a:off x="6523042" y="434950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6" name="AutoShape 712"/>
          <p:cNvSpPr>
            <a:spLocks noChangeAspect="1" noChangeArrowheads="1"/>
          </p:cNvSpPr>
          <p:nvPr/>
        </p:nvSpPr>
        <p:spPr bwMode="auto">
          <a:xfrm rot="10800000">
            <a:off x="5898973" y="434950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7" name="AutoShape 712"/>
          <p:cNvSpPr>
            <a:spLocks noChangeAspect="1" noChangeArrowheads="1"/>
          </p:cNvSpPr>
          <p:nvPr/>
        </p:nvSpPr>
        <p:spPr bwMode="auto">
          <a:xfrm rot="10800000">
            <a:off x="5274903" y="434950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8" name="AutoShape 712"/>
          <p:cNvSpPr>
            <a:spLocks noChangeAspect="1" noChangeArrowheads="1"/>
          </p:cNvSpPr>
          <p:nvPr/>
        </p:nvSpPr>
        <p:spPr bwMode="auto">
          <a:xfrm rot="10800000">
            <a:off x="4658084" y="434950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9" name="AutoShape 712"/>
          <p:cNvSpPr>
            <a:spLocks noChangeAspect="1" noChangeArrowheads="1"/>
          </p:cNvSpPr>
          <p:nvPr/>
        </p:nvSpPr>
        <p:spPr bwMode="auto">
          <a:xfrm rot="10800000">
            <a:off x="4654541" y="4751039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0" name="AutoShape 712"/>
          <p:cNvSpPr>
            <a:spLocks noChangeAspect="1" noChangeArrowheads="1"/>
          </p:cNvSpPr>
          <p:nvPr/>
        </p:nvSpPr>
        <p:spPr bwMode="auto">
          <a:xfrm rot="10800000">
            <a:off x="4104773" y="4757731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1" name="제목 1"/>
          <p:cNvSpPr txBox="1">
            <a:spLocks/>
          </p:cNvSpPr>
          <p:nvPr/>
        </p:nvSpPr>
        <p:spPr bwMode="auto">
          <a:xfrm>
            <a:off x="8523509" y="873886"/>
            <a:ext cx="651139" cy="307777"/>
          </a:xfrm>
          <a:prstGeom prst="rect">
            <a:avLst/>
          </a:prstGeom>
          <a:noFill/>
          <a:ln>
            <a:noFill/>
          </a:ln>
        </p:spPr>
        <p:txBody>
          <a:bodyPr wrap="none" anchor="ctr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lang="ko-KR" altLang="en-US" sz="2000" b="1" kern="1200">
                <a:solidFill>
                  <a:schemeClr val="bg1"/>
                </a:solidFill>
                <a:latin typeface="Arial" pitchFamily="34" charset="0"/>
                <a:ea typeface="돋움" pitchFamily="50" charset="-127"/>
                <a:cs typeface="Arial" pitchFamily="34" charset="0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bg1"/>
                </a:solidFill>
                <a:latin typeface="Arial" charset="0"/>
                <a:ea typeface="돋움" pitchFamily="50" charset="-127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en-US" sz="14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charset="0"/>
              </a:rPr>
              <a:t>To-Be</a:t>
            </a:r>
            <a:endParaRPr sz="1400" u="sng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82" name="AutoShape 712"/>
          <p:cNvSpPr>
            <a:spLocks noChangeAspect="1" noChangeArrowheads="1"/>
          </p:cNvSpPr>
          <p:nvPr/>
        </p:nvSpPr>
        <p:spPr bwMode="auto">
          <a:xfrm rot="10800000">
            <a:off x="2474727" y="6045657"/>
            <a:ext cx="464344" cy="392143"/>
          </a:xfrm>
          <a:prstGeom prst="foldedCorner">
            <a:avLst>
              <a:gd name="adj" fmla="val 20833"/>
            </a:avLst>
          </a:prstGeom>
          <a:solidFill>
            <a:schemeClr val="accent5">
              <a:lumMod val="90000"/>
              <a:lumOff val="10000"/>
              <a:alpha val="49019"/>
            </a:schemeClr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lIns="90000" tIns="18000" rIns="90000" bIns="1800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2939071" y="6142509"/>
            <a:ext cx="1014677" cy="2476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endParaRPr lang="ko-KR" altLang="en-US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84" name="그룹 183"/>
          <p:cNvGrpSpPr/>
          <p:nvPr/>
        </p:nvGrpSpPr>
        <p:grpSpPr>
          <a:xfrm>
            <a:off x="593688" y="4554710"/>
            <a:ext cx="1097366" cy="1106538"/>
            <a:chOff x="843294" y="4504474"/>
            <a:chExt cx="1012953" cy="1106538"/>
          </a:xfrm>
        </p:grpSpPr>
        <p:sp>
          <p:nvSpPr>
            <p:cNvPr id="185" name="Rectangle 1192"/>
            <p:cNvSpPr>
              <a:spLocks noChangeArrowheads="1"/>
            </p:cNvSpPr>
            <p:nvPr/>
          </p:nvSpPr>
          <p:spPr bwMode="auto">
            <a:xfrm>
              <a:off x="1353010" y="5241680"/>
              <a:ext cx="503237" cy="369332"/>
            </a:xfrm>
            <a:prstGeom prst="rect">
              <a:avLst/>
            </a:prstGeom>
            <a:noFill/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86" name="Rectangle 1192"/>
            <p:cNvSpPr>
              <a:spLocks noChangeArrowheads="1"/>
            </p:cNvSpPr>
            <p:nvPr/>
          </p:nvSpPr>
          <p:spPr bwMode="auto">
            <a:xfrm>
              <a:off x="843294" y="5241680"/>
              <a:ext cx="503237" cy="369332"/>
            </a:xfrm>
            <a:prstGeom prst="rect">
              <a:avLst/>
            </a:prstGeom>
            <a:noFill/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87" name="Rectangle 1192"/>
            <p:cNvSpPr>
              <a:spLocks noChangeArrowheads="1"/>
            </p:cNvSpPr>
            <p:nvPr/>
          </p:nvSpPr>
          <p:spPr bwMode="auto">
            <a:xfrm>
              <a:off x="843294" y="4870460"/>
              <a:ext cx="503237" cy="369332"/>
            </a:xfrm>
            <a:prstGeom prst="rect">
              <a:avLst/>
            </a:prstGeom>
            <a:noFill/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88" name="Rectangle 1192"/>
            <p:cNvSpPr>
              <a:spLocks noChangeArrowheads="1"/>
            </p:cNvSpPr>
            <p:nvPr/>
          </p:nvSpPr>
          <p:spPr bwMode="auto">
            <a:xfrm>
              <a:off x="1353010" y="4870460"/>
              <a:ext cx="503237" cy="369332"/>
            </a:xfrm>
            <a:prstGeom prst="rect">
              <a:avLst/>
            </a:prstGeom>
            <a:noFill/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89" name="Rectangle 1192"/>
            <p:cNvSpPr>
              <a:spLocks noChangeArrowheads="1"/>
            </p:cNvSpPr>
            <p:nvPr/>
          </p:nvSpPr>
          <p:spPr bwMode="auto">
            <a:xfrm>
              <a:off x="1353010" y="4504474"/>
              <a:ext cx="503237" cy="369332"/>
            </a:xfrm>
            <a:prstGeom prst="rect">
              <a:avLst/>
            </a:prstGeom>
            <a:noFill/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0" name="Rectangle 1192"/>
            <p:cNvSpPr>
              <a:spLocks noChangeArrowheads="1"/>
            </p:cNvSpPr>
            <p:nvPr/>
          </p:nvSpPr>
          <p:spPr bwMode="auto">
            <a:xfrm>
              <a:off x="843294" y="4504474"/>
              <a:ext cx="503237" cy="369332"/>
            </a:xfrm>
            <a:prstGeom prst="rect">
              <a:avLst/>
            </a:prstGeom>
            <a:noFill/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91" name="TextBox 190"/>
          <p:cNvSpPr txBox="1"/>
          <p:nvPr/>
        </p:nvSpPr>
        <p:spPr>
          <a:xfrm>
            <a:off x="1663998" y="6128092"/>
            <a:ext cx="1014677" cy="2476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Cassette</a:t>
            </a:r>
            <a:endParaRPr lang="ko-KR" altLang="en-US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2" name="아래쪽 화살표 191"/>
          <p:cNvSpPr/>
          <p:nvPr/>
        </p:nvSpPr>
        <p:spPr>
          <a:xfrm>
            <a:off x="1474192" y="4955702"/>
            <a:ext cx="475523" cy="504056"/>
          </a:xfrm>
          <a:prstGeom prst="downArrow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400" b="1">
                <a:solidFill>
                  <a:schemeClr val="bg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①</a:t>
            </a:r>
            <a:r>
              <a:rPr lang="en-US" altLang="ko-KR" sz="1400" b="1">
                <a:solidFill>
                  <a:schemeClr val="bg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endParaRPr lang="ko-KR" altLang="en-US" sz="1400" b="1">
              <a:solidFill>
                <a:schemeClr val="bg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93" name="그룹 3"/>
          <p:cNvGrpSpPr>
            <a:grpSpLocks/>
          </p:cNvGrpSpPr>
          <p:nvPr/>
        </p:nvGrpSpPr>
        <p:grpSpPr bwMode="auto">
          <a:xfrm>
            <a:off x="1169305" y="6110758"/>
            <a:ext cx="514218" cy="261938"/>
            <a:chOff x="1681390" y="5067850"/>
            <a:chExt cx="266700" cy="261937"/>
          </a:xfrm>
          <a:noFill/>
        </p:grpSpPr>
        <p:sp>
          <p:nvSpPr>
            <p:cNvPr id="194" name="Rectangle 741"/>
            <p:cNvSpPr>
              <a:spLocks noChangeAspect="1" noChangeArrowheads="1"/>
            </p:cNvSpPr>
            <p:nvPr/>
          </p:nvSpPr>
          <p:spPr bwMode="auto">
            <a:xfrm>
              <a:off x="1681390" y="5067850"/>
              <a:ext cx="266700" cy="261937"/>
            </a:xfrm>
            <a:prstGeom prst="rect">
              <a:avLst/>
            </a:prstGeom>
            <a:grpFill/>
            <a:ln w="9525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5" name="Rectangle 742" descr="밝은 수평선"/>
            <p:cNvSpPr>
              <a:spLocks noChangeAspect="1" noChangeArrowheads="1"/>
            </p:cNvSpPr>
            <p:nvPr/>
          </p:nvSpPr>
          <p:spPr bwMode="auto">
            <a:xfrm>
              <a:off x="1704922" y="5085184"/>
              <a:ext cx="220616" cy="217639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196" name="Rectangle 1084"/>
          <p:cNvSpPr>
            <a:spLocks noChangeArrowheads="1"/>
          </p:cNvSpPr>
          <p:nvPr/>
        </p:nvSpPr>
        <p:spPr bwMode="auto">
          <a:xfrm>
            <a:off x="2997060" y="4788699"/>
            <a:ext cx="1092067" cy="36933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wrap="square" anchor="ctr">
            <a:noAutofit/>
          </a:bodyPr>
          <a:lstStyle/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/AMA</a:t>
            </a:r>
          </a:p>
          <a:p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</a:t>
            </a:r>
          </a:p>
        </p:txBody>
      </p:sp>
      <p:sp>
        <p:nvSpPr>
          <p:cNvPr id="197" name="아래쪽 화살표 196"/>
          <p:cNvSpPr/>
          <p:nvPr/>
        </p:nvSpPr>
        <p:spPr>
          <a:xfrm>
            <a:off x="3833256" y="4381754"/>
            <a:ext cx="475523" cy="504056"/>
          </a:xfrm>
          <a:prstGeom prst="downArrow">
            <a:avLst/>
          </a:prstGeom>
          <a:solidFill>
            <a:srgbClr val="0000FF"/>
          </a:solidFill>
          <a:ln w="3175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1400" b="1">
                <a:solidFill>
                  <a:schemeClr val="bg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①</a:t>
            </a:r>
          </a:p>
        </p:txBody>
      </p:sp>
      <p:sp>
        <p:nvSpPr>
          <p:cNvPr id="198" name="위쪽 화살표 197"/>
          <p:cNvSpPr/>
          <p:nvPr/>
        </p:nvSpPr>
        <p:spPr>
          <a:xfrm>
            <a:off x="2792576" y="4293350"/>
            <a:ext cx="475800" cy="504000"/>
          </a:xfrm>
          <a:prstGeom prst="upArrow">
            <a:avLst/>
          </a:prstGeom>
          <a:solidFill>
            <a:srgbClr val="FFC000"/>
          </a:solidFill>
          <a:ln w="3175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14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②</a:t>
            </a:r>
          </a:p>
        </p:txBody>
      </p:sp>
      <p:sp>
        <p:nvSpPr>
          <p:cNvPr id="199" name="직사각형 198"/>
          <p:cNvSpPr/>
          <p:nvPr/>
        </p:nvSpPr>
        <p:spPr>
          <a:xfrm>
            <a:off x="6846572" y="1240174"/>
            <a:ext cx="2920394" cy="274480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err="1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0" name="오각형 199"/>
          <p:cNvSpPr/>
          <p:nvPr/>
        </p:nvSpPr>
        <p:spPr>
          <a:xfrm>
            <a:off x="4677758" y="1201895"/>
            <a:ext cx="2060037" cy="2744806"/>
          </a:xfrm>
          <a:prstGeom prst="homePlate">
            <a:avLst>
              <a:gd name="adj" fmla="val 3181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err="1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1" name="직사각형 200"/>
          <p:cNvSpPr/>
          <p:nvPr/>
        </p:nvSpPr>
        <p:spPr>
          <a:xfrm>
            <a:off x="4614551" y="1572791"/>
            <a:ext cx="1946367" cy="17081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</a:t>
            </a: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</a:t>
            </a:r>
            <a:r>
              <a:rPr lang="en-US" altLang="ko-KR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</a:t>
            </a: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되더라도</a:t>
            </a:r>
            <a:endParaRPr lang="en-US" altLang="ko-KR" sz="14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검사는 일정시간 </a:t>
            </a:r>
            <a:endParaRPr lang="en-US" altLang="ko-KR" sz="14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정상 진행하도록 하여</a:t>
            </a:r>
            <a:endParaRPr lang="en-US" altLang="ko-KR" sz="14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 </a:t>
            </a: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이상에 의한</a:t>
            </a:r>
            <a:endParaRPr lang="en-US" altLang="ko-KR" sz="14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PHT </a:t>
            </a: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설비 </a:t>
            </a:r>
            <a:r>
              <a:rPr lang="en-US" altLang="ko-KR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</a:t>
            </a:r>
            <a:r>
              <a:rPr lang="ko-KR" altLang="en-US" sz="14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막자</a:t>
            </a:r>
            <a:endParaRPr lang="en-US" altLang="ko-KR" sz="14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02" name="그룹 201"/>
          <p:cNvGrpSpPr/>
          <p:nvPr/>
        </p:nvGrpSpPr>
        <p:grpSpPr>
          <a:xfrm>
            <a:off x="249371" y="1201895"/>
            <a:ext cx="4252454" cy="2744806"/>
            <a:chOff x="632520" y="1201895"/>
            <a:chExt cx="4079371" cy="2744806"/>
          </a:xfrm>
        </p:grpSpPr>
        <p:sp>
          <p:nvSpPr>
            <p:cNvPr id="203" name="직사각형 202"/>
            <p:cNvSpPr/>
            <p:nvPr/>
          </p:nvSpPr>
          <p:spPr>
            <a:xfrm>
              <a:off x="632520" y="1201895"/>
              <a:ext cx="4079371" cy="27448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4" name="텍스트 개체 틀 1"/>
            <p:cNvSpPr txBox="1">
              <a:spLocks/>
            </p:cNvSpPr>
            <p:nvPr/>
          </p:nvSpPr>
          <p:spPr bwMode="auto">
            <a:xfrm>
              <a:off x="704528" y="1296050"/>
              <a:ext cx="3839256" cy="22713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spAutoFit/>
            </a:bodyPr>
            <a:lstStyle>
              <a:lvl1pPr marL="0" indent="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  <a:defRPr lang="ko-KR" altLang="en-US"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268288" indent="-192088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AutoNum type="arabicPeriod"/>
                <a:tabLst>
                  <a:tab pos="93663" algn="l"/>
                </a:tabLst>
                <a:defRPr lang="ko-KR" altLang="en-US" sz="12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363538" indent="-188913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•"/>
                <a:tabLst>
                  <a:tab pos="174625" algn="l"/>
                </a:tabLst>
                <a:defRPr lang="ko-KR" altLang="en-US" sz="12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444500" indent="-174625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–"/>
                <a:tabLst>
                  <a:tab pos="268288" algn="l"/>
                </a:tabLst>
                <a:defRPr lang="ko-KR" altLang="en-US" sz="12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538163" indent="-174625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tabLst>
                  <a:tab pos="363538" algn="l"/>
                </a:tabLst>
                <a:defRPr lang="ko-KR" altLang="en-US" sz="12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1. Defect File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을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Pattern In 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시점에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GLS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별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Download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</a:t>
              </a:r>
            </a:p>
            <a:p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  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받고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,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DFS Down 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시 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3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회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Retry(30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초 간격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하고</a:t>
              </a:r>
              <a:endPara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  실패이면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Photo 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Breakdown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발생</a:t>
              </a:r>
              <a:endPara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endParaRPr lang="en-US" altLang="ko-KR" sz="120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endParaRPr>
            </a:p>
            <a:p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2. Defect File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을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Pattern Out 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시점에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GLS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별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Upload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</a:t>
              </a:r>
            </a:p>
            <a:p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   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하고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,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DFS Down 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시 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3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회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Retry(30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초 간격</a:t>
              </a:r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)</a:t>
              </a:r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하고</a:t>
              </a:r>
              <a:endPara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r>
                <a:rPr lang="ko-KR" altLang="en-US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   실패이면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Photo 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설비 </a:t>
              </a:r>
              <a:r>
                <a:rPr lang="en-US" altLang="ko-KR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Breakdown </a:t>
              </a:r>
              <a:r>
                <a:rPr lang="ko-KR" altLang="en-US" sz="1200" b="1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발생</a:t>
              </a:r>
              <a:endPara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  <a:p>
              <a:r>
                <a:rPr lang="en-US" altLang="ko-KR" sz="12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    </a:t>
              </a:r>
            </a:p>
            <a:p>
              <a:r>
                <a:rPr lang="en-US" altLang="ko-KR" sz="1200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 </a:t>
              </a:r>
              <a:r>
                <a:rPr lang="en-US" altLang="ko-KR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DFS Down</a:t>
              </a:r>
              <a:r>
                <a:rPr lang="ko-KR" altLang="en-US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 즉시 </a:t>
              </a:r>
              <a:r>
                <a:rPr lang="en-US" altLang="ko-KR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PTN </a:t>
              </a:r>
              <a:r>
                <a:rPr lang="ko-KR" altLang="en-US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검사기는 검사 중단되고</a:t>
              </a:r>
              <a:r>
                <a:rPr lang="en-US" altLang="ko-KR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, </a:t>
              </a:r>
            </a:p>
            <a:p>
              <a:r>
                <a:rPr lang="en-US" altLang="ko-KR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    </a:t>
              </a:r>
              <a:r>
                <a:rPr lang="ko-KR" altLang="en-US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그로 인해 </a:t>
              </a:r>
              <a:r>
                <a:rPr lang="en-US" altLang="ko-KR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PHT </a:t>
              </a:r>
              <a:r>
                <a:rPr lang="ko-KR" altLang="en-US" sz="1200" b="1">
                  <a:solidFill>
                    <a:srgbClr val="FF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sym typeface="Wingdings" pitchFamily="2" charset="2"/>
                </a:rPr>
                <a:t>설비는 생산 중단이 발생함</a:t>
              </a:r>
              <a:endPara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05" name="텍스트 개체 틀 1"/>
          <p:cNvSpPr txBox="1">
            <a:spLocks/>
          </p:cNvSpPr>
          <p:nvPr/>
        </p:nvSpPr>
        <p:spPr bwMode="auto">
          <a:xfrm>
            <a:off x="6873586" y="1242467"/>
            <a:ext cx="2893380" cy="1828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  <a:defRPr lang="ko-KR" altLang="en-US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192088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AutoNum type="arabicPeriod"/>
              <a:tabLst>
                <a:tab pos="93663" algn="l"/>
              </a:tabLst>
              <a:defRPr lang="ko-KR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3538" indent="-188913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tabLst>
                <a:tab pos="174625" algn="l"/>
              </a:tabLst>
              <a:defRPr lang="ko-KR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444500" indent="-174625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tabLst>
                <a:tab pos="268288" algn="l"/>
              </a:tabLst>
              <a:defRPr lang="ko-KR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538163" indent="-174625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363538" algn="l"/>
              </a:tabLst>
              <a:defRPr lang="ko-KR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1.Defect File Download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시점 조정 </a:t>
            </a:r>
            <a:endParaRPr lang="en-US" altLang="ko-KR" sz="1200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-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투입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 </a:t>
            </a:r>
            <a:r>
              <a:rPr lang="en-US" altLang="ko-KR" sz="12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Loader </a:t>
            </a:r>
            <a:r>
              <a:rPr lang="ko-KR" altLang="en-US" sz="12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투입 시점</a:t>
            </a:r>
            <a:endParaRPr lang="en-US" altLang="ko-KR" sz="1200" b="1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itchFamily="2" charset="2"/>
            </a:endParaRPr>
          </a:p>
          <a:p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   (</a:t>
            </a:r>
            <a:r>
              <a:rPr lang="ko-KR" altLang="en-US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단</a:t>
            </a:r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, Pattern </a:t>
            </a:r>
            <a:r>
              <a:rPr lang="ko-KR" altLang="en-US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검사기 </a:t>
            </a:r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In </a:t>
            </a:r>
            <a:r>
              <a:rPr lang="ko-KR" altLang="en-US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시점에도 </a:t>
            </a:r>
            <a:endParaRPr lang="en-US" altLang="ko-KR" sz="1200"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itchFamily="2" charset="2"/>
            </a:endParaRPr>
          </a:p>
          <a:p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     Download</a:t>
            </a:r>
            <a:r>
              <a:rPr lang="ko-KR" altLang="en-US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시나리오는 유지</a:t>
            </a:r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)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</a:t>
            </a:r>
          </a:p>
          <a:p>
            <a:endParaRPr lang="ko-KR" altLang="en-US" sz="1200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itchFamily="2" charset="2"/>
            </a:endParaRPr>
          </a:p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2.Defect File Upload</a:t>
            </a:r>
          </a:p>
          <a:p>
            <a:r>
              <a:rPr lang="en-US" altLang="ko-KR" sz="12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-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Upload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실패하더라도 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GLS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는 정상 </a:t>
            </a:r>
            <a:endParaRPr lang="en-US" altLang="ko-KR" sz="1200" b="1"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itchFamily="2" charset="2"/>
            </a:endParaRPr>
          </a:p>
          <a:p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   </a:t>
            </a:r>
            <a:r>
              <a:rPr lang="ko-KR" altLang="en-US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배출하고</a:t>
            </a: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</a:t>
            </a:r>
            <a:r>
              <a:rPr lang="ko-KR" altLang="en-US" sz="12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주기적인 </a:t>
            </a:r>
            <a:r>
              <a:rPr lang="en-US" altLang="ko-KR" sz="12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Retry </a:t>
            </a:r>
            <a:r>
              <a:rPr lang="ko-KR" altLang="en-US" sz="12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시나리오 추가</a:t>
            </a:r>
            <a:endParaRPr lang="ko-KR" altLang="en-US" sz="1200">
              <a:solidFill>
                <a:srgbClr val="0000FF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itchFamily="2" charset="2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81949" y="578012"/>
            <a:ext cx="84116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대상설비 </a:t>
            </a:r>
            <a:r>
              <a:rPr lang="en-US" altLang="ko-KR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 Photo In-line</a:t>
            </a:r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포함되는 모든 검사기</a:t>
            </a:r>
          </a:p>
        </p:txBody>
      </p:sp>
      <p:sp>
        <p:nvSpPr>
          <p:cNvPr id="206" name="Rectangle 4"/>
          <p:cNvSpPr>
            <a:spLocks noChangeArrowheads="1"/>
          </p:cNvSpPr>
          <p:nvPr/>
        </p:nvSpPr>
        <p:spPr bwMode="auto">
          <a:xfrm>
            <a:off x="5773738" y="203200"/>
            <a:ext cx="2712281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2-6.  Photo In-Line 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특화 사양</a:t>
            </a: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7" name="Rectangle 120"/>
          <p:cNvSpPr>
            <a:spLocks noChangeArrowheads="1"/>
          </p:cNvSpPr>
          <p:nvPr/>
        </p:nvSpPr>
        <p:spPr bwMode="auto">
          <a:xfrm>
            <a:off x="57150" y="57150"/>
            <a:ext cx="228758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</a:p>
        </p:txBody>
      </p:sp>
    </p:spTree>
    <p:extLst>
      <p:ext uri="{BB962C8B-B14F-4D97-AF65-F5344CB8AC3E}">
        <p14:creationId xmlns:p14="http://schemas.microsoft.com/office/powerpoint/2010/main" val="239238813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Line 4"/>
          <p:cNvSpPr>
            <a:spLocks noChangeShapeType="1"/>
          </p:cNvSpPr>
          <p:nvPr/>
        </p:nvSpPr>
        <p:spPr bwMode="auto">
          <a:xfrm>
            <a:off x="3131741" y="1103361"/>
            <a:ext cx="0" cy="55054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7" name="Line 5"/>
          <p:cNvSpPr>
            <a:spLocks noChangeShapeType="1"/>
          </p:cNvSpPr>
          <p:nvPr/>
        </p:nvSpPr>
        <p:spPr bwMode="auto">
          <a:xfrm>
            <a:off x="4557448" y="1103362"/>
            <a:ext cx="0" cy="5495925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8" name="Line 7"/>
          <p:cNvSpPr>
            <a:spLocks noChangeShapeType="1"/>
          </p:cNvSpPr>
          <p:nvPr/>
        </p:nvSpPr>
        <p:spPr bwMode="auto">
          <a:xfrm>
            <a:off x="519377" y="1103361"/>
            <a:ext cx="0" cy="5513388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9" name="Line 10"/>
          <p:cNvSpPr>
            <a:spLocks noChangeShapeType="1"/>
          </p:cNvSpPr>
          <p:nvPr/>
        </p:nvSpPr>
        <p:spPr bwMode="auto">
          <a:xfrm>
            <a:off x="1704314" y="1103362"/>
            <a:ext cx="0" cy="5522913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0" name="Text Box 11"/>
          <p:cNvSpPr txBox="1">
            <a:spLocks noChangeArrowheads="1"/>
          </p:cNvSpPr>
          <p:nvPr/>
        </p:nvSpPr>
        <p:spPr bwMode="auto">
          <a:xfrm>
            <a:off x="2553892" y="868411"/>
            <a:ext cx="98905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In-line PTN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</a:t>
            </a:r>
            <a:endParaRPr lang="en-US" altLang="ko-KR" sz="1000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1" name="Text Box 12"/>
          <p:cNvSpPr txBox="1">
            <a:spLocks noChangeArrowheads="1"/>
          </p:cNvSpPr>
          <p:nvPr/>
        </p:nvSpPr>
        <p:spPr bwMode="auto">
          <a:xfrm>
            <a:off x="1319081" y="868411"/>
            <a:ext cx="58669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PHT (ECS)</a:t>
            </a:r>
          </a:p>
        </p:txBody>
      </p:sp>
      <p:sp>
        <p:nvSpPr>
          <p:cNvPr id="212" name="Text Box 13"/>
          <p:cNvSpPr txBox="1">
            <a:spLocks noChangeArrowheads="1"/>
          </p:cNvSpPr>
          <p:nvPr/>
        </p:nvSpPr>
        <p:spPr bwMode="auto">
          <a:xfrm>
            <a:off x="4430183" y="868411"/>
            <a:ext cx="22762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</a:t>
            </a:r>
          </a:p>
        </p:txBody>
      </p:sp>
      <p:sp>
        <p:nvSpPr>
          <p:cNvPr id="213" name="Text Box 16"/>
          <p:cNvSpPr txBox="1">
            <a:spLocks noChangeArrowheads="1"/>
          </p:cNvSpPr>
          <p:nvPr/>
        </p:nvSpPr>
        <p:spPr bwMode="auto">
          <a:xfrm>
            <a:off x="373195" y="870000"/>
            <a:ext cx="25648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MES</a:t>
            </a:r>
          </a:p>
        </p:txBody>
      </p:sp>
      <p:sp>
        <p:nvSpPr>
          <p:cNvPr id="214" name="Line 20"/>
          <p:cNvSpPr>
            <a:spLocks noChangeShapeType="1"/>
          </p:cNvSpPr>
          <p:nvPr/>
        </p:nvSpPr>
        <p:spPr bwMode="auto">
          <a:xfrm>
            <a:off x="522817" y="1798686"/>
            <a:ext cx="118149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5" name="Text Box 51"/>
          <p:cNvSpPr txBox="1">
            <a:spLocks noChangeArrowheads="1"/>
          </p:cNvSpPr>
          <p:nvPr/>
        </p:nvSpPr>
        <p:spPr bwMode="auto">
          <a:xfrm>
            <a:off x="722313" y="1176386"/>
            <a:ext cx="768747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 요청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6" name="Text Box 73"/>
          <p:cNvSpPr txBox="1">
            <a:spLocks noChangeArrowheads="1"/>
          </p:cNvSpPr>
          <p:nvPr/>
        </p:nvSpPr>
        <p:spPr bwMode="auto">
          <a:xfrm>
            <a:off x="1850496" y="1198612"/>
            <a:ext cx="701675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CST Loading</a:t>
            </a:r>
          </a:p>
        </p:txBody>
      </p:sp>
      <p:sp>
        <p:nvSpPr>
          <p:cNvPr id="217" name="Oval 78"/>
          <p:cNvSpPr>
            <a:spLocks noChangeArrowheads="1"/>
          </p:cNvSpPr>
          <p:nvPr/>
        </p:nvSpPr>
        <p:spPr bwMode="auto">
          <a:xfrm>
            <a:off x="1668198" y="1148318"/>
            <a:ext cx="90" cy="389513"/>
          </a:xfrm>
          <a:prstGeom prst="ellipse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8" name="Line 20"/>
          <p:cNvSpPr>
            <a:spLocks noChangeShapeType="1"/>
          </p:cNvSpPr>
          <p:nvPr/>
        </p:nvSpPr>
        <p:spPr bwMode="auto">
          <a:xfrm flipV="1">
            <a:off x="1716353" y="2341611"/>
            <a:ext cx="138787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9" name="Text Box 51"/>
          <p:cNvSpPr txBox="1">
            <a:spLocks noChangeArrowheads="1"/>
          </p:cNvSpPr>
          <p:nvPr/>
        </p:nvSpPr>
        <p:spPr bwMode="auto">
          <a:xfrm>
            <a:off x="1843617" y="2214612"/>
            <a:ext cx="1296723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투입된 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0" name="TextBox 1"/>
          <p:cNvSpPr txBox="1">
            <a:spLocks noChangeArrowheads="1"/>
          </p:cNvSpPr>
          <p:nvPr/>
        </p:nvSpPr>
        <p:spPr bwMode="auto">
          <a:xfrm>
            <a:off x="1781704" y="2389237"/>
            <a:ext cx="130188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※ECS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PPCNL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으로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투입 시 투입된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정보를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검사기에서 수집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/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설비 대응 필요</a:t>
            </a:r>
          </a:p>
        </p:txBody>
      </p:sp>
      <p:sp>
        <p:nvSpPr>
          <p:cNvPr id="221" name="Oval 78"/>
          <p:cNvSpPr>
            <a:spLocks noChangeArrowheads="1"/>
          </p:cNvSpPr>
          <p:nvPr/>
        </p:nvSpPr>
        <p:spPr bwMode="auto">
          <a:xfrm>
            <a:off x="1659600" y="1830943"/>
            <a:ext cx="90" cy="389513"/>
          </a:xfrm>
          <a:prstGeom prst="ellipse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2" name="Text Box 73"/>
          <p:cNvSpPr txBox="1">
            <a:spLocks noChangeArrowheads="1"/>
          </p:cNvSpPr>
          <p:nvPr/>
        </p:nvSpPr>
        <p:spPr bwMode="auto">
          <a:xfrm>
            <a:off x="763587" y="1944736"/>
            <a:ext cx="859896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착공</a:t>
            </a:r>
            <a:endParaRPr lang="en-US" altLang="ko-KR" sz="1000">
              <a:solidFill>
                <a:srgbClr val="0000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3" name="Line 22"/>
          <p:cNvSpPr>
            <a:spLocks noChangeShapeType="1"/>
          </p:cNvSpPr>
          <p:nvPr/>
        </p:nvSpPr>
        <p:spPr bwMode="auto">
          <a:xfrm flipV="1">
            <a:off x="522817" y="1343075"/>
            <a:ext cx="1136783" cy="9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4" name="Text Box 51"/>
          <p:cNvSpPr txBox="1">
            <a:spLocks noChangeArrowheads="1"/>
          </p:cNvSpPr>
          <p:nvPr/>
        </p:nvSpPr>
        <p:spPr bwMode="auto">
          <a:xfrm>
            <a:off x="792825" y="1638350"/>
            <a:ext cx="768746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5" name="TextBox 100"/>
          <p:cNvSpPr txBox="1">
            <a:spLocks noChangeArrowheads="1"/>
          </p:cNvSpPr>
          <p:nvPr/>
        </p:nvSpPr>
        <p:spPr bwMode="auto">
          <a:xfrm>
            <a:off x="529696" y="2243187"/>
            <a:ext cx="112818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※ECS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착공에 필요한 절차를 완료하고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 착공 됨 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-&gt; PPCLN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으로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투입</a:t>
            </a:r>
          </a:p>
        </p:txBody>
      </p:sp>
      <p:sp>
        <p:nvSpPr>
          <p:cNvPr id="226" name="Line 22"/>
          <p:cNvSpPr>
            <a:spLocks noChangeShapeType="1"/>
          </p:cNvSpPr>
          <p:nvPr/>
        </p:nvSpPr>
        <p:spPr bwMode="auto">
          <a:xfrm>
            <a:off x="3135181" y="3294111"/>
            <a:ext cx="142226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7" name="Text Box 23"/>
          <p:cNvSpPr txBox="1">
            <a:spLocks noChangeArrowheads="1"/>
          </p:cNvSpPr>
          <p:nvPr/>
        </p:nvSpPr>
        <p:spPr bwMode="auto">
          <a:xfrm>
            <a:off x="3358754" y="3163936"/>
            <a:ext cx="107143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</a:p>
        </p:txBody>
      </p:sp>
      <p:sp>
        <p:nvSpPr>
          <p:cNvPr id="228" name="Line 21"/>
          <p:cNvSpPr>
            <a:spLocks noChangeShapeType="1"/>
          </p:cNvSpPr>
          <p:nvPr/>
        </p:nvSpPr>
        <p:spPr bwMode="auto">
          <a:xfrm>
            <a:off x="3167856" y="2520999"/>
            <a:ext cx="138959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9" name="Text Box 49"/>
          <p:cNvSpPr txBox="1">
            <a:spLocks noChangeArrowheads="1"/>
          </p:cNvSpPr>
          <p:nvPr/>
        </p:nvSpPr>
        <p:spPr bwMode="auto">
          <a:xfrm>
            <a:off x="3272764" y="2359075"/>
            <a:ext cx="892571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folder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탐색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0" name="Line 22"/>
          <p:cNvSpPr>
            <a:spLocks noChangeShapeType="1"/>
          </p:cNvSpPr>
          <p:nvPr/>
        </p:nvSpPr>
        <p:spPr bwMode="auto">
          <a:xfrm>
            <a:off x="3135181" y="2789286"/>
            <a:ext cx="143258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1" name="Text Box 23"/>
          <p:cNvSpPr txBox="1">
            <a:spLocks noChangeArrowheads="1"/>
          </p:cNvSpPr>
          <p:nvPr/>
        </p:nvSpPr>
        <p:spPr bwMode="auto">
          <a:xfrm>
            <a:off x="3162697" y="2613075"/>
            <a:ext cx="107143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</a:t>
            </a:r>
          </a:p>
        </p:txBody>
      </p:sp>
      <p:sp>
        <p:nvSpPr>
          <p:cNvPr id="232" name="Line 21"/>
          <p:cNvSpPr>
            <a:spLocks noChangeShapeType="1"/>
          </p:cNvSpPr>
          <p:nvPr/>
        </p:nvSpPr>
        <p:spPr bwMode="auto">
          <a:xfrm>
            <a:off x="3147219" y="3035349"/>
            <a:ext cx="1410229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3" name="Text Box 49"/>
          <p:cNvSpPr txBox="1">
            <a:spLocks noChangeArrowheads="1"/>
          </p:cNvSpPr>
          <p:nvPr/>
        </p:nvSpPr>
        <p:spPr bwMode="auto">
          <a:xfrm>
            <a:off x="3252127" y="2873425"/>
            <a:ext cx="892571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탐색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4" name="TextBox 114"/>
          <p:cNvSpPr txBox="1">
            <a:spLocks noChangeArrowheads="1"/>
          </p:cNvSpPr>
          <p:nvPr/>
        </p:nvSpPr>
        <p:spPr bwMode="auto">
          <a:xfrm>
            <a:off x="3181615" y="1395462"/>
            <a:ext cx="129672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검사기에 도착하기 전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PPCLN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투입 시해당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미리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Download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하여  검사기에 갖고 있는다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5" name="TextBox 115"/>
          <p:cNvSpPr txBox="1">
            <a:spLocks noChangeArrowheads="1"/>
          </p:cNvSpPr>
          <p:nvPr/>
        </p:nvSpPr>
        <p:spPr bwMode="auto">
          <a:xfrm>
            <a:off x="1738710" y="3403649"/>
            <a:ext cx="1387871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ko-KR" altLang="en-US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순차적으로 </a:t>
            </a:r>
            <a:r>
              <a:rPr lang="en-US" altLang="ko-KR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</a:t>
            </a:r>
            <a:r>
              <a:rPr lang="ko-KR" altLang="en-US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투입되어 </a:t>
            </a:r>
            <a:r>
              <a:rPr lang="en-US" altLang="ko-KR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검사전까지 </a:t>
            </a:r>
            <a:r>
              <a:rPr lang="en-US" altLang="ko-KR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PHT </a:t>
            </a:r>
            <a:r>
              <a:rPr lang="ko-KR" altLang="en-US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 진행 됨</a:t>
            </a:r>
          </a:p>
        </p:txBody>
      </p:sp>
      <p:sp>
        <p:nvSpPr>
          <p:cNvPr id="236" name="Oval 78"/>
          <p:cNvSpPr>
            <a:spLocks noChangeArrowheads="1"/>
          </p:cNvSpPr>
          <p:nvPr/>
        </p:nvSpPr>
        <p:spPr bwMode="auto">
          <a:xfrm>
            <a:off x="3083587" y="3766105"/>
            <a:ext cx="90" cy="389513"/>
          </a:xfrm>
          <a:prstGeom prst="ellipse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7" name="Text Box 73"/>
          <p:cNvSpPr txBox="1">
            <a:spLocks noChangeArrowheads="1"/>
          </p:cNvSpPr>
          <p:nvPr/>
        </p:nvSpPr>
        <p:spPr bwMode="auto">
          <a:xfrm>
            <a:off x="2180696" y="3870375"/>
            <a:ext cx="914929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PTN </a:t>
            </a: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도착</a:t>
            </a:r>
            <a:endParaRPr lang="en-US" altLang="ko-KR" sz="1000">
              <a:solidFill>
                <a:srgbClr val="0000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8" name="TextBox 118"/>
          <p:cNvSpPr txBox="1">
            <a:spLocks noChangeArrowheads="1"/>
          </p:cNvSpPr>
          <p:nvPr/>
        </p:nvSpPr>
        <p:spPr bwMode="auto">
          <a:xfrm>
            <a:off x="3104225" y="4259312"/>
            <a:ext cx="146182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도착한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기존대로 탐색</a:t>
            </a:r>
          </a:p>
          <a:p>
            <a:pPr eaLnBrk="1" hangingPunct="1"/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부터 </a:t>
            </a:r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 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받을 수 없는 경우 착공 시 전송 받은 </a:t>
            </a:r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</a:t>
            </a:r>
            <a:endParaRPr lang="en-US" altLang="ko-KR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9" name="Line 22"/>
          <p:cNvSpPr>
            <a:spLocks noChangeShapeType="1"/>
          </p:cNvSpPr>
          <p:nvPr/>
        </p:nvSpPr>
        <p:spPr bwMode="auto">
          <a:xfrm>
            <a:off x="3123142" y="6119861"/>
            <a:ext cx="142226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0" name="Text Box 23"/>
          <p:cNvSpPr txBox="1">
            <a:spLocks noChangeArrowheads="1"/>
          </p:cNvSpPr>
          <p:nvPr/>
        </p:nvSpPr>
        <p:spPr bwMode="auto">
          <a:xfrm>
            <a:off x="3346715" y="5988100"/>
            <a:ext cx="1071431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</a:p>
        </p:txBody>
      </p:sp>
      <p:sp>
        <p:nvSpPr>
          <p:cNvPr id="241" name="Line 21"/>
          <p:cNvSpPr>
            <a:spLocks noChangeShapeType="1"/>
          </p:cNvSpPr>
          <p:nvPr/>
        </p:nvSpPr>
        <p:spPr bwMode="auto">
          <a:xfrm>
            <a:off x="3155818" y="5345161"/>
            <a:ext cx="138959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2" name="Text Box 49"/>
          <p:cNvSpPr txBox="1">
            <a:spLocks noChangeArrowheads="1"/>
          </p:cNvSpPr>
          <p:nvPr/>
        </p:nvSpPr>
        <p:spPr bwMode="auto">
          <a:xfrm>
            <a:off x="3260726" y="5183237"/>
            <a:ext cx="892572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folder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탐색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3" name="Line 22"/>
          <p:cNvSpPr>
            <a:spLocks noChangeShapeType="1"/>
          </p:cNvSpPr>
          <p:nvPr/>
        </p:nvSpPr>
        <p:spPr bwMode="auto">
          <a:xfrm>
            <a:off x="3123142" y="5613449"/>
            <a:ext cx="1434306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4" name="Text Box 23"/>
          <p:cNvSpPr txBox="1">
            <a:spLocks noChangeArrowheads="1"/>
          </p:cNvSpPr>
          <p:nvPr/>
        </p:nvSpPr>
        <p:spPr bwMode="auto">
          <a:xfrm>
            <a:off x="3150659" y="5437236"/>
            <a:ext cx="1071431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</a:t>
            </a:r>
          </a:p>
        </p:txBody>
      </p:sp>
      <p:sp>
        <p:nvSpPr>
          <p:cNvPr id="245" name="Line 21"/>
          <p:cNvSpPr>
            <a:spLocks noChangeShapeType="1"/>
          </p:cNvSpPr>
          <p:nvPr/>
        </p:nvSpPr>
        <p:spPr bwMode="auto">
          <a:xfrm>
            <a:off x="3135181" y="5859512"/>
            <a:ext cx="1410229" cy="4763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6" name="Text Box 49"/>
          <p:cNvSpPr txBox="1">
            <a:spLocks noChangeArrowheads="1"/>
          </p:cNvSpPr>
          <p:nvPr/>
        </p:nvSpPr>
        <p:spPr bwMode="auto">
          <a:xfrm>
            <a:off x="3240088" y="5697587"/>
            <a:ext cx="892572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탐색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7" name="직사각형 246"/>
          <p:cNvSpPr/>
          <p:nvPr/>
        </p:nvSpPr>
        <p:spPr>
          <a:xfrm>
            <a:off x="2909888" y="4246611"/>
            <a:ext cx="1908969" cy="2000250"/>
          </a:xfrm>
          <a:prstGeom prst="rect">
            <a:avLst/>
          </a:prstGeom>
          <a:noFill/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8" name="Oval 78"/>
          <p:cNvSpPr>
            <a:spLocks noChangeArrowheads="1"/>
          </p:cNvSpPr>
          <p:nvPr/>
        </p:nvSpPr>
        <p:spPr bwMode="auto">
          <a:xfrm>
            <a:off x="3095625" y="6214030"/>
            <a:ext cx="90" cy="389513"/>
          </a:xfrm>
          <a:prstGeom prst="ellipse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9" name="Text Box 73"/>
          <p:cNvSpPr txBox="1">
            <a:spLocks noChangeArrowheads="1"/>
          </p:cNvSpPr>
          <p:nvPr/>
        </p:nvSpPr>
        <p:spPr bwMode="auto">
          <a:xfrm>
            <a:off x="2194455" y="6327825"/>
            <a:ext cx="913210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진행</a:t>
            </a:r>
            <a:endParaRPr lang="en-US" altLang="ko-KR" sz="1000">
              <a:solidFill>
                <a:srgbClr val="0000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250" name="직선 연결선 249"/>
          <p:cNvCxnSpPr/>
          <p:nvPr/>
        </p:nvCxnSpPr>
        <p:spPr>
          <a:xfrm>
            <a:off x="373196" y="3833861"/>
            <a:ext cx="4681273" cy="0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직선 화살표 연결선 250"/>
          <p:cNvCxnSpPr/>
          <p:nvPr/>
        </p:nvCxnSpPr>
        <p:spPr>
          <a:xfrm flipV="1">
            <a:off x="5599642" y="3960861"/>
            <a:ext cx="0" cy="1860550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2" name="TextBox 135"/>
          <p:cNvSpPr txBox="1">
            <a:spLocks noChangeArrowheads="1"/>
          </p:cNvSpPr>
          <p:nvPr/>
        </p:nvSpPr>
        <p:spPr bwMode="auto">
          <a:xfrm>
            <a:off x="5131858" y="6015086"/>
            <a:ext cx="93556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매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마다 반복</a:t>
            </a:r>
          </a:p>
        </p:txBody>
      </p:sp>
      <p:sp>
        <p:nvSpPr>
          <p:cNvPr id="253" name="TextBox 8"/>
          <p:cNvSpPr txBox="1">
            <a:spLocks noChangeArrowheads="1"/>
          </p:cNvSpPr>
          <p:nvPr/>
        </p:nvSpPr>
        <p:spPr bwMode="auto">
          <a:xfrm>
            <a:off x="5892007" y="2444799"/>
            <a:ext cx="249541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미리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Download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받은 파일이 실제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검사기로 투입되지 않아 사용되지 않는 경우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 단위로 삭제해야 함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53" name="Rectangle 4"/>
          <p:cNvSpPr>
            <a:spLocks noChangeArrowheads="1"/>
          </p:cNvSpPr>
          <p:nvPr/>
        </p:nvSpPr>
        <p:spPr bwMode="auto">
          <a:xfrm>
            <a:off x="5773738" y="203200"/>
            <a:ext cx="2712281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2-6.  Photo In-Line 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특화 사양</a:t>
            </a: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4" name="Rectangle 120"/>
          <p:cNvSpPr>
            <a:spLocks noChangeArrowheads="1"/>
          </p:cNvSpPr>
          <p:nvPr/>
        </p:nvSpPr>
        <p:spPr bwMode="auto">
          <a:xfrm>
            <a:off x="57150" y="57150"/>
            <a:ext cx="228758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1949" y="578012"/>
            <a:ext cx="84116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대상설비 </a:t>
            </a:r>
            <a:r>
              <a:rPr lang="en-US" altLang="ko-KR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 Photo In-line</a:t>
            </a:r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포함되는 모든 검사기</a:t>
            </a:r>
          </a:p>
        </p:txBody>
      </p:sp>
    </p:spTree>
    <p:extLst>
      <p:ext uri="{BB962C8B-B14F-4D97-AF65-F5344CB8AC3E}">
        <p14:creationId xmlns:p14="http://schemas.microsoft.com/office/powerpoint/2010/main" val="59305526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Line 4"/>
          <p:cNvSpPr>
            <a:spLocks noChangeShapeType="1"/>
          </p:cNvSpPr>
          <p:nvPr/>
        </p:nvSpPr>
        <p:spPr bwMode="auto">
          <a:xfrm>
            <a:off x="3131741" y="1000125"/>
            <a:ext cx="0" cy="5505450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4" name="Line 5"/>
          <p:cNvSpPr>
            <a:spLocks noChangeShapeType="1"/>
          </p:cNvSpPr>
          <p:nvPr/>
        </p:nvSpPr>
        <p:spPr bwMode="auto">
          <a:xfrm>
            <a:off x="4557448" y="1000126"/>
            <a:ext cx="0" cy="5495925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5" name="Line 7"/>
          <p:cNvSpPr>
            <a:spLocks noChangeShapeType="1"/>
          </p:cNvSpPr>
          <p:nvPr/>
        </p:nvSpPr>
        <p:spPr bwMode="auto">
          <a:xfrm>
            <a:off x="519377" y="1000125"/>
            <a:ext cx="0" cy="5513388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6" name="Line 10"/>
          <p:cNvSpPr>
            <a:spLocks noChangeShapeType="1"/>
          </p:cNvSpPr>
          <p:nvPr/>
        </p:nvSpPr>
        <p:spPr bwMode="auto">
          <a:xfrm>
            <a:off x="1704314" y="1000126"/>
            <a:ext cx="0" cy="5522913"/>
          </a:xfrm>
          <a:prstGeom prst="line">
            <a:avLst/>
          </a:prstGeom>
          <a:noFill/>
          <a:ln w="9525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Text Box 11"/>
          <p:cNvSpPr txBox="1">
            <a:spLocks noChangeArrowheads="1"/>
          </p:cNvSpPr>
          <p:nvPr/>
        </p:nvSpPr>
        <p:spPr bwMode="auto">
          <a:xfrm>
            <a:off x="2553892" y="765175"/>
            <a:ext cx="98905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In-line PTN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</a:t>
            </a:r>
            <a:endParaRPr lang="en-US" altLang="ko-KR" sz="1000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8" name="Text Box 12"/>
          <p:cNvSpPr txBox="1">
            <a:spLocks noChangeArrowheads="1"/>
          </p:cNvSpPr>
          <p:nvPr/>
        </p:nvSpPr>
        <p:spPr bwMode="auto">
          <a:xfrm>
            <a:off x="1319081" y="765175"/>
            <a:ext cx="58669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PHT (ECS)</a:t>
            </a:r>
          </a:p>
        </p:txBody>
      </p:sp>
      <p:sp>
        <p:nvSpPr>
          <p:cNvPr id="59" name="Text Box 13"/>
          <p:cNvSpPr txBox="1">
            <a:spLocks noChangeArrowheads="1"/>
          </p:cNvSpPr>
          <p:nvPr/>
        </p:nvSpPr>
        <p:spPr bwMode="auto">
          <a:xfrm>
            <a:off x="4430183" y="765175"/>
            <a:ext cx="22762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</a:t>
            </a:r>
          </a:p>
        </p:txBody>
      </p:sp>
      <p:sp>
        <p:nvSpPr>
          <p:cNvPr id="60" name="Text Box 16"/>
          <p:cNvSpPr txBox="1">
            <a:spLocks noChangeArrowheads="1"/>
          </p:cNvSpPr>
          <p:nvPr/>
        </p:nvSpPr>
        <p:spPr bwMode="auto">
          <a:xfrm>
            <a:off x="373195" y="766764"/>
            <a:ext cx="25648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MES</a:t>
            </a:r>
          </a:p>
        </p:txBody>
      </p:sp>
      <p:sp>
        <p:nvSpPr>
          <p:cNvPr id="61" name="Oval 78"/>
          <p:cNvSpPr>
            <a:spLocks noChangeArrowheads="1"/>
          </p:cNvSpPr>
          <p:nvPr/>
        </p:nvSpPr>
        <p:spPr bwMode="auto">
          <a:xfrm>
            <a:off x="3095625" y="953007"/>
            <a:ext cx="90" cy="389513"/>
          </a:xfrm>
          <a:prstGeom prst="ellipse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2" name="Text Box 73"/>
          <p:cNvSpPr txBox="1">
            <a:spLocks noChangeArrowheads="1"/>
          </p:cNvSpPr>
          <p:nvPr/>
        </p:nvSpPr>
        <p:spPr bwMode="auto">
          <a:xfrm>
            <a:off x="2345796" y="993775"/>
            <a:ext cx="913210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완료</a:t>
            </a:r>
            <a:endParaRPr lang="en-US" altLang="ko-KR" sz="1000">
              <a:solidFill>
                <a:srgbClr val="0000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spcBef>
                <a:spcPct val="50000"/>
              </a:spcBef>
            </a:pP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검사기에서</a:t>
            </a:r>
            <a:endParaRPr lang="en-US" altLang="ko-KR" sz="1000">
              <a:solidFill>
                <a:srgbClr val="0000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spcBef>
                <a:spcPct val="50000"/>
              </a:spcBef>
            </a:pPr>
            <a:r>
              <a:rPr lang="en-US" altLang="ko-KR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ULD</a:t>
            </a:r>
          </a:p>
        </p:txBody>
      </p:sp>
      <p:sp>
        <p:nvSpPr>
          <p:cNvPr id="63" name="TextBox 49"/>
          <p:cNvSpPr txBox="1">
            <a:spLocks noChangeArrowheads="1"/>
          </p:cNvSpPr>
          <p:nvPr/>
        </p:nvSpPr>
        <p:spPr bwMode="auto">
          <a:xfrm>
            <a:off x="3152379" y="1003300"/>
            <a:ext cx="1393031" cy="585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검사진행 완료한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Image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검사기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Local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공간에 저장</a:t>
            </a:r>
            <a:endParaRPr lang="en-US" altLang="ko-KR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4" name="Line 40"/>
          <p:cNvSpPr>
            <a:spLocks noChangeShapeType="1"/>
          </p:cNvSpPr>
          <p:nvPr/>
        </p:nvSpPr>
        <p:spPr bwMode="auto">
          <a:xfrm>
            <a:off x="3152379" y="1643063"/>
            <a:ext cx="13999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5" name="Text Box 41"/>
          <p:cNvSpPr txBox="1">
            <a:spLocks noChangeArrowheads="1"/>
          </p:cNvSpPr>
          <p:nvPr/>
        </p:nvSpPr>
        <p:spPr bwMode="auto">
          <a:xfrm>
            <a:off x="3260725" y="1679576"/>
            <a:ext cx="116945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File, Defect Image Uplaod</a:t>
            </a:r>
          </a:p>
        </p:txBody>
      </p:sp>
      <p:sp>
        <p:nvSpPr>
          <p:cNvPr id="66" name="TextBox 52"/>
          <p:cNvSpPr txBox="1">
            <a:spLocks noChangeArrowheads="1"/>
          </p:cNvSpPr>
          <p:nvPr/>
        </p:nvSpPr>
        <p:spPr bwMode="auto">
          <a:xfrm>
            <a:off x="3112824" y="1947863"/>
            <a:ext cx="1393031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l" eaLnBrk="1" hangingPunct="1"/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저장되어 있는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Image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중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Upload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이루어 지지 못한 모든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Data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Upload</a:t>
            </a:r>
          </a:p>
          <a:p>
            <a:pPr algn="l" eaLnBrk="1" hangingPunct="1"/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 </a:t>
            </a:r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Upload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실패하는 경우 </a:t>
            </a:r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회 </a:t>
            </a:r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(3S) Retry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하며 계속하여 실패하는 경우 </a:t>
            </a:r>
            <a:endParaRPr lang="en-US" altLang="ko-KR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 eaLnBrk="1" hangingPunct="1"/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다음 </a:t>
            </a:r>
            <a:r>
              <a:rPr lang="en-US" altLang="ko-KR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ULD </a:t>
            </a:r>
            <a:r>
              <a:rPr lang="ko-KR" altLang="en-US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시점에 재시도</a:t>
            </a:r>
            <a:endParaRPr lang="en-US" altLang="ko-KR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67" name="직선 연결선 66"/>
          <p:cNvCxnSpPr/>
          <p:nvPr/>
        </p:nvCxnSpPr>
        <p:spPr>
          <a:xfrm>
            <a:off x="373195" y="3455988"/>
            <a:ext cx="4758663" cy="0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화살표 연결선 67"/>
          <p:cNvCxnSpPr/>
          <p:nvPr/>
        </p:nvCxnSpPr>
        <p:spPr>
          <a:xfrm>
            <a:off x="5398427" y="1589088"/>
            <a:ext cx="0" cy="1420812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7"/>
          <p:cNvSpPr txBox="1">
            <a:spLocks noChangeArrowheads="1"/>
          </p:cNvSpPr>
          <p:nvPr/>
        </p:nvSpPr>
        <p:spPr bwMode="auto">
          <a:xfrm>
            <a:off x="4975358" y="1103314"/>
            <a:ext cx="9372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매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마다 반복</a:t>
            </a:r>
          </a:p>
        </p:txBody>
      </p:sp>
      <p:sp>
        <p:nvSpPr>
          <p:cNvPr id="70" name="Oval 78"/>
          <p:cNvSpPr>
            <a:spLocks noChangeArrowheads="1"/>
          </p:cNvSpPr>
          <p:nvPr/>
        </p:nvSpPr>
        <p:spPr bwMode="auto">
          <a:xfrm>
            <a:off x="1671638" y="3499357"/>
            <a:ext cx="90" cy="389513"/>
          </a:xfrm>
          <a:prstGeom prst="ellipse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" name="Text Box 73"/>
          <p:cNvSpPr txBox="1">
            <a:spLocks noChangeArrowheads="1"/>
          </p:cNvSpPr>
          <p:nvPr/>
        </p:nvSpPr>
        <p:spPr bwMode="auto">
          <a:xfrm>
            <a:off x="438548" y="3540126"/>
            <a:ext cx="131736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</a:t>
            </a: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모든 </a:t>
            </a:r>
            <a:r>
              <a:rPr lang="en-US" altLang="ko-KR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GLS PHT </a:t>
            </a:r>
            <a:r>
              <a:rPr lang="ko-KR" altLang="en-US" sz="1000">
                <a:solidFill>
                  <a:srgbClr val="0000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 진행 완료</a:t>
            </a:r>
            <a:endParaRPr lang="en-US" altLang="ko-KR" sz="1000">
              <a:solidFill>
                <a:srgbClr val="0000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2" name="Text Box 51"/>
          <p:cNvSpPr txBox="1">
            <a:spLocks noChangeArrowheads="1"/>
          </p:cNvSpPr>
          <p:nvPr/>
        </p:nvSpPr>
        <p:spPr bwMode="auto">
          <a:xfrm>
            <a:off x="722313" y="3916364"/>
            <a:ext cx="768747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완공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3" name="Line 22"/>
          <p:cNvSpPr>
            <a:spLocks noChangeShapeType="1"/>
          </p:cNvSpPr>
          <p:nvPr/>
        </p:nvSpPr>
        <p:spPr bwMode="auto">
          <a:xfrm flipV="1">
            <a:off x="522817" y="4083050"/>
            <a:ext cx="1136783" cy="9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4" name="TextBox 8"/>
          <p:cNvSpPr txBox="1">
            <a:spLocks noChangeArrowheads="1"/>
          </p:cNvSpPr>
          <p:nvPr/>
        </p:nvSpPr>
        <p:spPr bwMode="auto">
          <a:xfrm>
            <a:off x="5912644" y="1181101"/>
            <a:ext cx="249541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l"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설비는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대하여 </a:t>
            </a:r>
            <a:r>
              <a:rPr lang="en-US" altLang="ko-KR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Uplaod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정상 수행 하였는지를 관리할 수 있어야 함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검사기의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보관기간은 담당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Engineer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요청으로 더 늘어날 수 있으나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최소한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일을 보관한다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algn="l" eaLnBrk="1" hangingPunct="1"/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보관기간이 지난 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자동으로 삭제 된다</a:t>
            </a:r>
            <a:r>
              <a:rPr lang="en-US" altLang="ko-KR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  <p:sp>
        <p:nvSpPr>
          <p:cNvPr id="75" name="TextBox 1"/>
          <p:cNvSpPr txBox="1">
            <a:spLocks noChangeArrowheads="1"/>
          </p:cNvSpPr>
          <p:nvPr/>
        </p:nvSpPr>
        <p:spPr bwMode="auto">
          <a:xfrm>
            <a:off x="5131859" y="3038477"/>
            <a:ext cx="187285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못 올렸을 경우 경 </a:t>
            </a:r>
            <a:r>
              <a:rPr lang="ko-KR" altLang="en-US" err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알람</a:t>
            </a:r>
            <a:endParaRPr lang="ko-KR" altLang="en-US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7" name="TextBox 8"/>
          <p:cNvSpPr txBox="1">
            <a:spLocks noChangeArrowheads="1"/>
          </p:cNvSpPr>
          <p:nvPr/>
        </p:nvSpPr>
        <p:spPr bwMode="auto">
          <a:xfrm>
            <a:off x="4707071" y="3568138"/>
            <a:ext cx="19184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l" eaLnBrk="1" hangingPunct="1"/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 </a:t>
            </a:r>
            <a:r>
              <a:rPr lang="en-US" altLang="ko-KR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30</a:t>
            </a:r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분에 해당 하는 검사완료 </a:t>
            </a:r>
            <a:endParaRPr lang="en-US" altLang="ko-KR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 eaLnBrk="1" hangingPunct="1"/>
            <a:r>
              <a:rPr lang="en-US" altLang="ko-KR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Data</a:t>
            </a:r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누적하였으나 </a:t>
            </a:r>
            <a:r>
              <a:rPr lang="en-US" altLang="ko-KR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DFS</a:t>
            </a:r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</a:t>
            </a:r>
            <a:endParaRPr lang="en-US" altLang="ko-KR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 eaLnBrk="1" hangingPunct="1"/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응답이 계속 해서 없는 경우 </a:t>
            </a:r>
            <a:endParaRPr lang="en-US" altLang="ko-KR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 eaLnBrk="1" hangingPunct="1"/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중 </a:t>
            </a:r>
            <a:r>
              <a:rPr lang="ko-KR" altLang="en-US" err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알람</a:t>
            </a:r>
            <a:r>
              <a:rPr lang="ko-KR" altLang="en-US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발생</a:t>
            </a:r>
            <a:endParaRPr lang="en-US" altLang="ko-KR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238179" y="6193768"/>
            <a:ext cx="84116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대상설비 </a:t>
            </a:r>
            <a:r>
              <a:rPr lang="en-US" altLang="ko-KR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TFT/CF Photo in-line PTN, CF Photo In-line slit </a:t>
            </a:r>
            <a:r>
              <a:rPr lang="en-US" altLang="ko-KR" sz="1200" b="1" err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mura</a:t>
            </a:r>
            <a:r>
              <a:rPr lang="en-US" altLang="ko-KR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등 </a:t>
            </a:r>
            <a:r>
              <a:rPr lang="en-US" altLang="ko-KR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Photo In-line</a:t>
            </a:r>
            <a:r>
              <a:rPr lang="ko-KR" altLang="en-US" sz="12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포함되는 모든 검사기</a:t>
            </a:r>
          </a:p>
        </p:txBody>
      </p:sp>
      <p:sp>
        <p:nvSpPr>
          <p:cNvPr id="29" name="Rectangle 4"/>
          <p:cNvSpPr>
            <a:spLocks noChangeArrowheads="1"/>
          </p:cNvSpPr>
          <p:nvPr/>
        </p:nvSpPr>
        <p:spPr bwMode="auto">
          <a:xfrm>
            <a:off x="5773738" y="203200"/>
            <a:ext cx="2712281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2-6.  Photo In-Line 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특화 사양</a:t>
            </a: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0" name="Rectangle 120"/>
          <p:cNvSpPr>
            <a:spLocks noChangeArrowheads="1"/>
          </p:cNvSpPr>
          <p:nvPr/>
        </p:nvSpPr>
        <p:spPr bwMode="auto">
          <a:xfrm>
            <a:off x="57150" y="57150"/>
            <a:ext cx="228758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2. MAIN CONCEPT</a:t>
            </a:r>
          </a:p>
        </p:txBody>
      </p:sp>
    </p:spTree>
    <p:extLst>
      <p:ext uri="{BB962C8B-B14F-4D97-AF65-F5344CB8AC3E}">
        <p14:creationId xmlns:p14="http://schemas.microsoft.com/office/powerpoint/2010/main" val="371742407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2291" name="Rectangle 3"/>
          <p:cNvSpPr>
            <a:spLocks noChangeArrowheads="1"/>
          </p:cNvSpPr>
          <p:nvPr/>
        </p:nvSpPr>
        <p:spPr bwMode="auto">
          <a:xfrm>
            <a:off x="146050" y="1171575"/>
            <a:ext cx="9613900" cy="1784350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①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모든 글자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(Directory,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File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확장자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File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내용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대문자로 명기하고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모든 경로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(Path)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구분자는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역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슬레쉬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(‘\’)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슬레쉬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(‘/’)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안됨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② FTP Upload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Download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 모든 파일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(Defect File, Index File, Image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등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..)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Binary Mode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전송 및 처리하는 것으로 통일함</a:t>
            </a:r>
          </a:p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③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SERVER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SERVER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SERVER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각각의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System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구성함</a:t>
            </a:r>
          </a:p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④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전 장비에서 대응함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⑤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INDEX FILE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HASH Program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적용에 따름             </a:t>
            </a:r>
            <a:b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HASH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프로그램 소스의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SEED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7919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사용함</a:t>
            </a:r>
            <a:b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⑥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저장할 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INTIME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기준으로 저장함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일반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Inline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매엽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Inline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도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INTIME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기준으로 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b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FILE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INTIME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월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일과 동일한 날짜의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저장하여야 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.(ex.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11/21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23:50 ~ 11/22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00:20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 까지 진행</a:t>
            </a:r>
            <a:b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되었을 때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KEY_ID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시간이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11/21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 이면 동일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안에서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22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일에 검사된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라도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11/21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폴더 밑에 저장하여야 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.)</a:t>
            </a:r>
            <a:b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※ LOT INTIME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KEY_ID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시간과 동일한 시간임</a:t>
            </a:r>
          </a:p>
        </p:txBody>
      </p:sp>
      <p:sp>
        <p:nvSpPr>
          <p:cNvPr id="12292" name="Text Box 4"/>
          <p:cNvSpPr txBox="1">
            <a:spLocks noChangeArrowheads="1"/>
          </p:cNvSpPr>
          <p:nvPr/>
        </p:nvSpPr>
        <p:spPr bwMode="auto">
          <a:xfrm>
            <a:off x="146050" y="814388"/>
            <a:ext cx="1568450" cy="276999"/>
          </a:xfrm>
          <a:prstGeom prst="rect">
            <a:avLst/>
          </a:prstGeom>
          <a:gradFill rotWithShape="1">
            <a:gsLst>
              <a:gs pos="0">
                <a:srgbClr val="FF3300"/>
              </a:gs>
              <a:gs pos="50000">
                <a:srgbClr val="FFFFFF"/>
              </a:gs>
              <a:gs pos="100000">
                <a:srgbClr val="FF3300"/>
              </a:gs>
            </a:gsLst>
            <a:lin ang="5400000" scaled="1"/>
          </a:gradFill>
          <a:ln w="9525">
            <a:solidFill>
              <a:schemeClr val="bg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■ GROUND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293" name="Text Box 5"/>
          <p:cNvSpPr txBox="1">
            <a:spLocks noChangeArrowheads="1"/>
          </p:cNvSpPr>
          <p:nvPr/>
        </p:nvSpPr>
        <p:spPr bwMode="auto">
          <a:xfrm>
            <a:off x="146050" y="3459163"/>
            <a:ext cx="9613900" cy="29940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① DEFECT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만 사용함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검사장비는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INDEX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활용하여 가장 최근의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찾아서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후 검사결과를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UPDATING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하고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각각 아래의 </a:t>
            </a:r>
            <a:endParaRPr lang="en-US" altLang="ko-KR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DIRECTORY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생성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저장함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-. </a:t>
            </a:r>
            <a:r>
              <a:rPr lang="en-US" altLang="ko-KR" sz="10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DEFECT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경로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C:\DEFECT\HOST\RECIPE\                                          --- A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C:\DEFECT\INSPECTOR\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\RECIPE\UNITID\     --- B </a:t>
            </a:r>
            <a:endParaRPr lang="en-US" altLang="ko-KR" sz="1000" b="1" u="sng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-. GLASS DEFECT FILE NAME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GASSID_PROCID_YYYYMMDD_HHMMSS.UNITID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함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GLASS DEFECT FILE NAME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시간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(YYYYMMDD_HHMMSS)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KEY_ID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시간과 동일한 시간을 기록함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(1 LOT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모든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Defect File Name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시간은 동일함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-. GLASS DEFECT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확장자를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사용하며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확장자는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UNITID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함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(ex. CPTN0102, CMMA0102, CRPR0102)</a:t>
            </a:r>
            <a:endParaRPr lang="ko-KR" altLang="en-US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저장위치는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INSPECTOR(A, B) 2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곳으로 정함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ADR_RPC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대응하는 설비는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\DEFECT\ADR_RPC\UNITID  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폴더에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곳 더 전송 한다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endParaRPr lang="ko-KR" altLang="en-US" sz="1000" b="1">
              <a:solidFill>
                <a:srgbClr val="FF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HOST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위치에서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후 특정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MOVING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시킴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② GLASS DEFECT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r>
              <a:rPr lang="ko-KR" altLang="en-US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OR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1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장의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작업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종료시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마다 생성하고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SERVER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FILE, GLASS/LOT INDEX FILE, IMAGE FILE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전송함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(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전 장비는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r>
              <a:rPr lang="ko-KR" altLang="en-US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OR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1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 검사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종료시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마다 전송함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단동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/INLINE/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매엽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LINE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구분 없이 공통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-. GLS JUDGE SKIP BUTTON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CLICK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하면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SERVER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SENDING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하지 않으며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장비 내 자체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HARD DISK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저장하고 일정 시간 경과 후 자동 삭제함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기간은 변경 가능하게 할 것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Ex)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첫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개월 저장 이후 월 변경 시 전전월 자동 삭제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③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정보는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Shop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내에서 누적으로 관리하며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검사 장비 마다 </a:t>
            </a:r>
            <a:r>
              <a:rPr lang="ko-KR" altLang="en-US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동일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</a:t>
            </a:r>
            <a:r>
              <a:rPr lang="ko-KR" altLang="en-US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이전 검사 정보가 누적된 신규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작성 함</a:t>
            </a:r>
          </a:p>
        </p:txBody>
      </p:sp>
      <p:sp>
        <p:nvSpPr>
          <p:cNvPr id="12294" name="Rectangle 6"/>
          <p:cNvSpPr>
            <a:spLocks noChangeArrowheads="1"/>
          </p:cNvSpPr>
          <p:nvPr/>
        </p:nvSpPr>
        <p:spPr bwMode="auto">
          <a:xfrm>
            <a:off x="6261187" y="203200"/>
            <a:ext cx="2289088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3-1. DEFECT FILE RULE(1/2)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295" name="Text Box 7"/>
          <p:cNvSpPr txBox="1">
            <a:spLocks noChangeArrowheads="1"/>
          </p:cNvSpPr>
          <p:nvPr/>
        </p:nvSpPr>
        <p:spPr bwMode="auto">
          <a:xfrm>
            <a:off x="146050" y="3108325"/>
            <a:ext cx="1811338" cy="284163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1. DEFECT FILE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8121352" y="5107766"/>
            <a:ext cx="1872208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>
                <a:solidFill>
                  <a:srgbClr val="FF0000"/>
                </a:solidFill>
              </a:rPr>
              <a:t>AP4, E5 </a:t>
            </a:r>
            <a:r>
              <a:rPr lang="ko-KR" altLang="en-US" sz="1400">
                <a:solidFill>
                  <a:srgbClr val="FF0000"/>
                </a:solidFill>
              </a:rPr>
              <a:t>사양 상이함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3316" name="Text Box 4"/>
          <p:cNvSpPr txBox="1">
            <a:spLocks noChangeArrowheads="1"/>
          </p:cNvSpPr>
          <p:nvPr/>
        </p:nvSpPr>
        <p:spPr bwMode="auto">
          <a:xfrm>
            <a:off x="146050" y="814388"/>
            <a:ext cx="1811338" cy="276999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1. DEFECT FILE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317" name="Text Box 5"/>
          <p:cNvSpPr txBox="1">
            <a:spLocks noChangeArrowheads="1"/>
          </p:cNvSpPr>
          <p:nvPr/>
        </p:nvSpPr>
        <p:spPr bwMode="auto">
          <a:xfrm>
            <a:off x="146050" y="1171575"/>
            <a:ext cx="9613900" cy="5235575"/>
          </a:xfrm>
          <a:prstGeom prst="rect">
            <a:avLst/>
          </a:prstGeom>
          <a:noFill/>
          <a:ln w="9525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④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검사가 안된 </a:t>
            </a:r>
            <a:r>
              <a:rPr lang="ko-KR" altLang="en-US" sz="1000" b="1" err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미검사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항목은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작성시 해당 항목명을 작성하지 않음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검사 장비는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작성시 기존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검사가 되지 않은 항목이나 현 검사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STEP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검사가 안된 항목은 항목명을 작성하지 않도록 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VALUE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없는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Element, Attribute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없음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DEFECT FILE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HEAD 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부분과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FORMAT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필수 라고 정의된 항목에 대해서는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VALUE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없어도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Element, Attribute 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명을 작성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 BODY 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필수 항목은 사양서 內 샘플에 빨간색으로 표시 및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FORMAT </a:t>
            </a:r>
            <a:r>
              <a:rPr lang="ko-KR" altLang="en-US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참조 </a:t>
            </a:r>
            <a:r>
              <a:rPr lang="en-US" altLang="ko-KR" sz="1000" b="1">
                <a:solidFill>
                  <a:srgbClr val="FF33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ex)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값이 있는 항목만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Element, Attribute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작성</a:t>
            </a: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pic>
        <p:nvPicPr>
          <p:cNvPr id="13318" name="Picture 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588" y="2378075"/>
            <a:ext cx="8134350" cy="2287588"/>
          </a:xfrm>
          <a:prstGeom prst="rect">
            <a:avLst/>
          </a:prstGeom>
          <a:noFill/>
          <a:ln w="9525" algn="ctr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319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113" y="5173663"/>
            <a:ext cx="5781675" cy="1152525"/>
          </a:xfrm>
          <a:prstGeom prst="rect">
            <a:avLst/>
          </a:prstGeom>
          <a:noFill/>
          <a:ln w="9525" algn="ctr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320" name="AutoShape 8"/>
          <p:cNvSpPr>
            <a:spLocks noChangeArrowheads="1"/>
          </p:cNvSpPr>
          <p:nvPr/>
        </p:nvSpPr>
        <p:spPr bwMode="auto">
          <a:xfrm rot="5400000">
            <a:off x="1605757" y="4716145"/>
            <a:ext cx="322262" cy="437198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1704 h 21600"/>
              <a:gd name="T14" fmla="*/ 10218 w 21600"/>
              <a:gd name="T15" fmla="*/ 1989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8086" y="0"/>
                </a:moveTo>
                <a:lnTo>
                  <a:pt x="8086" y="1704"/>
                </a:lnTo>
                <a:lnTo>
                  <a:pt x="3375" y="1704"/>
                </a:lnTo>
                <a:lnTo>
                  <a:pt x="3375" y="19896"/>
                </a:lnTo>
                <a:lnTo>
                  <a:pt x="8086" y="19896"/>
                </a:lnTo>
                <a:lnTo>
                  <a:pt x="8086" y="21600"/>
                </a:lnTo>
                <a:lnTo>
                  <a:pt x="21600" y="10800"/>
                </a:lnTo>
                <a:lnTo>
                  <a:pt x="8086" y="0"/>
                </a:lnTo>
                <a:close/>
              </a:path>
              <a:path w="21600" h="21600">
                <a:moveTo>
                  <a:pt x="1350" y="1704"/>
                </a:moveTo>
                <a:lnTo>
                  <a:pt x="1350" y="19896"/>
                </a:lnTo>
                <a:lnTo>
                  <a:pt x="2700" y="19896"/>
                </a:lnTo>
                <a:lnTo>
                  <a:pt x="2700" y="1704"/>
                </a:lnTo>
                <a:lnTo>
                  <a:pt x="1350" y="1704"/>
                </a:lnTo>
                <a:close/>
              </a:path>
              <a:path w="21600" h="21600">
                <a:moveTo>
                  <a:pt x="0" y="1704"/>
                </a:moveTo>
                <a:lnTo>
                  <a:pt x="0" y="19896"/>
                </a:lnTo>
                <a:lnTo>
                  <a:pt x="675" y="19896"/>
                </a:lnTo>
                <a:lnTo>
                  <a:pt x="675" y="1704"/>
                </a:lnTo>
                <a:lnTo>
                  <a:pt x="0" y="1704"/>
                </a:lnTo>
                <a:close/>
              </a:path>
            </a:pathLst>
          </a:custGeom>
          <a:gradFill rotWithShape="1">
            <a:gsLst>
              <a:gs pos="0">
                <a:srgbClr val="EBF7FF"/>
              </a:gs>
              <a:gs pos="100000">
                <a:srgbClr val="99CC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321" name="Rectangle 9"/>
          <p:cNvSpPr>
            <a:spLocks noChangeArrowheads="1"/>
          </p:cNvSpPr>
          <p:nvPr/>
        </p:nvSpPr>
        <p:spPr bwMode="auto">
          <a:xfrm>
            <a:off x="434975" y="1958975"/>
            <a:ext cx="7964488" cy="3794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6261187" y="203200"/>
            <a:ext cx="2289088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3-1. DEFECT FILE RULE(2/2)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3. DIRECTORY &amp; FILE RULE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14340" name="Text Box 4"/>
          <p:cNvSpPr txBox="1">
            <a:spLocks noChangeArrowheads="1"/>
          </p:cNvSpPr>
          <p:nvPr/>
        </p:nvSpPr>
        <p:spPr bwMode="auto">
          <a:xfrm>
            <a:off x="146050" y="1171575"/>
            <a:ext cx="9613900" cy="5130800"/>
          </a:xfrm>
          <a:prstGeom prst="rect">
            <a:avLst/>
          </a:prstGeom>
          <a:noFill/>
          <a:ln w="9525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①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들의 선언문은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앞에 항상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&lt;?xml version="1.0" encoding="utf-8" standalone='yes'?&gt;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→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선언문은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?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시작해서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?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끝나도록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→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Version : XML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권고안 버전 번호를 기술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현재는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"1.0 “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으로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“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1.0”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→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encoding :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인코딩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방식 정의하는 값으로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“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utf-8”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→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standalone :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 속성의 값으로는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"yes"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또는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"no“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중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“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yes”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Yes :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 문서가 외부 파일의 요소에 의존하고 있지 않다는 것을 알림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           (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파서에게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이 문서가 갖고 있는 정보를 완벽하게 처리하기 위해 필요한 파일이 단지 이것 하나면 충분하다는 사실을 알림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- No :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 문서가 다른 파일에 의존 한다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(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외부 파일의 그림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개체 등을 참조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②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태그의 속성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요소명은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반드시 대문자를 사용하여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→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XML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대소문자를 구분하며 통일성을 위하여 대문자 사용을 원칙으로 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③ 장비에서 사용하는 상위 요소 및 속성과 하위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요소명은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정의된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따름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→ 상세 사항은 사양서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4. DEFECT FILE FORMAT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참조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④ 하나의 시작 태그가 있으면 반드시 종료 태그를 작성하며 최상위 요소 태그를 반드시 작성하도록 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예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&lt;HEADER&gt;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&lt;KEY_ID&gt;8CF81C01J00_20080108224322&lt;/KEY_ID&gt;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&lt;INSP_MODE AA="" BB="" CC="" DD="" /&gt;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&lt;INSP_TIME START="20080109013845" END="20080109014843" /&gt;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&lt;/HEADER&gt;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⑥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모든 요소는 태그들의 순서를 지켜 부적절하게 중첩이 되도록 않게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NG --- &lt;b&gt;&lt;</a:t>
            </a:r>
            <a:r>
              <a:rPr lang="en-US" altLang="ko-KR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태그들의 순서가 지켜지지 않았음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&lt;/b&gt;&lt;/</a:t>
            </a:r>
            <a:r>
              <a:rPr lang="en-US" altLang="ko-KR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OK ---  &lt;b&gt;&lt;</a:t>
            </a:r>
            <a:r>
              <a:rPr lang="en-US" altLang="ko-KR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태그들의 순서가 지켜진 올바른 구문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&lt;/</a:t>
            </a:r>
            <a:r>
              <a:rPr lang="en-US" altLang="ko-KR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&gt;&lt;/b&gt;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endParaRPr lang="en-US" altLang="ko-KR" sz="1000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⑦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모든 속성의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Value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값은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쿼테이션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으로 감싸 사용하여 작성함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예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&lt;PANEL_QTY IN=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G=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N=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P=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C=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E=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R=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B=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U=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Q=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T=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D=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W=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V=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F=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""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/&gt;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요소의 값은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쿼테이션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(“)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사용하지 않음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&lt;KEY_ID&gt;8CF81C01J00_20080108224322&lt;/KEY_ID&gt;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341" name="Text Box 5"/>
          <p:cNvSpPr txBox="1">
            <a:spLocks noChangeArrowheads="1"/>
          </p:cNvSpPr>
          <p:nvPr/>
        </p:nvSpPr>
        <p:spPr bwMode="auto">
          <a:xfrm>
            <a:off x="146050" y="814388"/>
            <a:ext cx="1095375" cy="276999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2. XML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자유형 2"/>
          <p:cNvSpPr/>
          <p:nvPr/>
        </p:nvSpPr>
        <p:spPr>
          <a:xfrm>
            <a:off x="1364226" y="5206181"/>
            <a:ext cx="2035277" cy="73742"/>
          </a:xfrm>
          <a:custGeom>
            <a:avLst/>
            <a:gdLst>
              <a:gd name="connsiteX0" fmla="*/ 0 w 2035277"/>
              <a:gd name="connsiteY0" fmla="*/ 0 h 73742"/>
              <a:gd name="connsiteX1" fmla="*/ 0 w 2035277"/>
              <a:gd name="connsiteY1" fmla="*/ 73742 h 73742"/>
              <a:gd name="connsiteX2" fmla="*/ 2035277 w 2035277"/>
              <a:gd name="connsiteY2" fmla="*/ 73742 h 73742"/>
              <a:gd name="connsiteX3" fmla="*/ 2035277 w 2035277"/>
              <a:gd name="connsiteY3" fmla="*/ 14748 h 73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5277" h="73742">
                <a:moveTo>
                  <a:pt x="0" y="0"/>
                </a:moveTo>
                <a:lnTo>
                  <a:pt x="0" y="73742"/>
                </a:lnTo>
                <a:lnTo>
                  <a:pt x="2035277" y="73742"/>
                </a:lnTo>
                <a:lnTo>
                  <a:pt x="2035277" y="14748"/>
                </a:lnTo>
              </a:path>
            </a:pathLst>
          </a:custGeom>
          <a:noFill/>
          <a:ln w="3175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자유형 7"/>
          <p:cNvSpPr/>
          <p:nvPr/>
        </p:nvSpPr>
        <p:spPr>
          <a:xfrm>
            <a:off x="1157754" y="5196241"/>
            <a:ext cx="2499102" cy="157682"/>
          </a:xfrm>
          <a:custGeom>
            <a:avLst/>
            <a:gdLst>
              <a:gd name="connsiteX0" fmla="*/ 0 w 2035277"/>
              <a:gd name="connsiteY0" fmla="*/ 0 h 73742"/>
              <a:gd name="connsiteX1" fmla="*/ 0 w 2035277"/>
              <a:gd name="connsiteY1" fmla="*/ 73742 h 73742"/>
              <a:gd name="connsiteX2" fmla="*/ 2035277 w 2035277"/>
              <a:gd name="connsiteY2" fmla="*/ 73742 h 73742"/>
              <a:gd name="connsiteX3" fmla="*/ 2035277 w 2035277"/>
              <a:gd name="connsiteY3" fmla="*/ 14748 h 73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5277" h="73742">
                <a:moveTo>
                  <a:pt x="0" y="0"/>
                </a:moveTo>
                <a:lnTo>
                  <a:pt x="0" y="73742"/>
                </a:lnTo>
                <a:lnTo>
                  <a:pt x="2035277" y="73742"/>
                </a:lnTo>
                <a:lnTo>
                  <a:pt x="2035277" y="14748"/>
                </a:lnTo>
              </a:path>
            </a:pathLst>
          </a:custGeom>
          <a:noFill/>
          <a:ln w="3175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6863916" y="203200"/>
            <a:ext cx="1686359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3-2. XML RULE(1/2)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5363" name="Text Box 3"/>
          <p:cNvSpPr txBox="1">
            <a:spLocks noChangeArrowheads="1"/>
          </p:cNvSpPr>
          <p:nvPr/>
        </p:nvSpPr>
        <p:spPr bwMode="auto">
          <a:xfrm>
            <a:off x="146050" y="1171575"/>
            <a:ext cx="9613900" cy="5183188"/>
          </a:xfrm>
          <a:prstGeom prst="rect">
            <a:avLst/>
          </a:prstGeom>
          <a:noFill/>
          <a:ln w="9525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⑧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요소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(Element)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이름 규칙은 아래를 따름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이름은 문자나 밑줄문자’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시작할 수 있으나 숫자나 점’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으로 시작할 수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첫 문자 뒤에는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 ’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나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사용할 수 있고 숫자 사용이 가능함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이름은 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공백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(whitespace)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포함할 수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이름은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’,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문자를 포함할 수 없음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예약어임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이름은 대문자로 작성하며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XML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시작할 수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태그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‘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/&gt;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사이에 공백이 올 수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⑨ 속성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(Attribute,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요소에 부가적인 정보 표시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이름 규칙은 아래를 따름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이름은 문자나 밑줄문자’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시작할 수 있으나 숫자나 점’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으로 시작할 수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첫 문자 뒤에는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 ’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나 ‘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사용할 수 있고 숫자 사용이 가능함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⑩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Value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값에는 공백을 두지 않으며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Null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값일 경우도 공백을 사용하지 않음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NG --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&lt;INSP_TIME START="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2008010  9013845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 END="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2008  0109014843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 /&gt;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→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공백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(whitespace)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 금지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OK --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&lt;INSP_TIME START="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20080109013845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 END="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20080109014843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" /&gt;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endParaRPr lang="en-US" altLang="ko-KR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Null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 처리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&lt;PANEL_QTY IN="" G="" N="" P="" C="" E="" R="" A="" B="" U="" Q="" T="" D="" W="" V="" F="" /&gt;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                    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→ Null 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값인 경우 </a:t>
            </a:r>
            <a:r>
              <a:rPr lang="ko-KR" altLang="en-US" sz="1000" b="1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쿼테이션</a:t>
            </a:r>
            <a:r>
              <a:rPr lang="en-US" altLang="ko-KR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(“)</a:t>
            </a: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만 연속해서 기록 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⑪ 주석처리 규칙은 아래를 따름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주석은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&lt;!--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시작해서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--&gt;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끝나도록 작성 함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주석은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XML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선언 이전에 표현 할 수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태그 안에는 주석을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쓸수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없음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&lt;first&gt;&lt;/first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&lt;!--</a:t>
            </a:r>
            <a:r>
              <a:rPr lang="ko-KR" altLang="en-US" sz="1000" b="1" err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태그안에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주석 사용 못함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--&gt;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-  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주석문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안에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사용할 수 없음 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&lt;!--</a:t>
            </a:r>
            <a:r>
              <a:rPr lang="ko-KR" altLang="en-US" sz="10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주석문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안에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--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사용금지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--&gt;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364" name="Rectangle 4"/>
          <p:cNvSpPr>
            <a:spLocks noChangeArrowheads="1"/>
          </p:cNvSpPr>
          <p:nvPr/>
        </p:nvSpPr>
        <p:spPr bwMode="auto">
          <a:xfrm>
            <a:off x="6848475" y="203200"/>
            <a:ext cx="17018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3-2. XML RULE(2/2)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365" name="Text Box 5"/>
          <p:cNvSpPr txBox="1">
            <a:spLocks noChangeArrowheads="1"/>
          </p:cNvSpPr>
          <p:nvPr/>
        </p:nvSpPr>
        <p:spPr bwMode="auto">
          <a:xfrm>
            <a:off x="146050" y="814388"/>
            <a:ext cx="1095375" cy="276999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2. XML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ChangeArrowheads="1"/>
          </p:cNvSpPr>
          <p:nvPr/>
        </p:nvSpPr>
        <p:spPr bwMode="auto">
          <a:xfrm>
            <a:off x="57150" y="57150"/>
            <a:ext cx="31518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6387" name="Rectangle 4"/>
          <p:cNvSpPr>
            <a:spLocks noChangeArrowheads="1"/>
          </p:cNvSpPr>
          <p:nvPr/>
        </p:nvSpPr>
        <p:spPr bwMode="auto">
          <a:xfrm>
            <a:off x="6732687" y="203200"/>
            <a:ext cx="1795363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3-3. INDEX FILE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388" name="Text Box 23"/>
          <p:cNvSpPr txBox="1">
            <a:spLocks noChangeArrowheads="1"/>
          </p:cNvSpPr>
          <p:nvPr/>
        </p:nvSpPr>
        <p:spPr bwMode="auto">
          <a:xfrm>
            <a:off x="381000" y="608013"/>
            <a:ext cx="1598613" cy="320675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3. INDEX FILE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RULE</a:t>
            </a:r>
          </a:p>
        </p:txBody>
      </p:sp>
      <p:sp>
        <p:nvSpPr>
          <p:cNvPr id="78" name="Line 4"/>
          <p:cNvSpPr>
            <a:spLocks noChangeShapeType="1"/>
          </p:cNvSpPr>
          <p:nvPr/>
        </p:nvSpPr>
        <p:spPr bwMode="auto">
          <a:xfrm>
            <a:off x="1301750" y="3243263"/>
            <a:ext cx="0" cy="14525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9" name="Rectangle 5"/>
          <p:cNvSpPr>
            <a:spLocks noChangeArrowheads="1"/>
          </p:cNvSpPr>
          <p:nvPr/>
        </p:nvSpPr>
        <p:spPr bwMode="auto">
          <a:xfrm>
            <a:off x="685802" y="2867029"/>
            <a:ext cx="1276350" cy="365125"/>
          </a:xfrm>
          <a:prstGeom prst="rect">
            <a:avLst/>
          </a:prstGeom>
          <a:gradFill rotWithShape="0">
            <a:gsLst>
              <a:gs pos="0">
                <a:srgbClr val="FFFF66">
                  <a:gamma/>
                  <a:shade val="69412"/>
                  <a:invGamma/>
                </a:srgbClr>
              </a:gs>
              <a:gs pos="50000">
                <a:srgbClr val="FFFF66"/>
              </a:gs>
              <a:gs pos="100000">
                <a:srgbClr val="FFFF66">
                  <a:gamma/>
                  <a:shade val="69412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>
            <a:outerShdw dist="17961" dir="2700000" algn="ctr" rotWithShape="0">
              <a:srgbClr val="DDDDDD"/>
            </a:outerShdw>
          </a:effectLst>
        </p:spPr>
        <p:txBody>
          <a:bodyPr lIns="92075" tIns="46038" rIns="92075" bIns="46038" anchor="ctr"/>
          <a:lstStyle/>
          <a:p>
            <a:pPr defTabSz="762000" eaLnBrk="0" latinLnBrk="0" hangingPunct="0">
              <a:lnSpc>
                <a:spcPct val="100000"/>
              </a:lnSpc>
              <a:spcBef>
                <a:spcPct val="0"/>
              </a:spcBef>
              <a:defRPr/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GATE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증착 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</a:t>
            </a:r>
          </a:p>
        </p:txBody>
      </p:sp>
      <p:sp>
        <p:nvSpPr>
          <p:cNvPr id="80" name="Rectangle 6"/>
          <p:cNvSpPr>
            <a:spLocks noChangeArrowheads="1"/>
          </p:cNvSpPr>
          <p:nvPr/>
        </p:nvSpPr>
        <p:spPr bwMode="auto">
          <a:xfrm>
            <a:off x="685802" y="3324229"/>
            <a:ext cx="1276350" cy="365125"/>
          </a:xfrm>
          <a:prstGeom prst="rect">
            <a:avLst/>
          </a:prstGeom>
          <a:gradFill rotWithShape="0">
            <a:gsLst>
              <a:gs pos="0">
                <a:srgbClr val="FFFF66">
                  <a:gamma/>
                  <a:shade val="69412"/>
                  <a:invGamma/>
                </a:srgbClr>
              </a:gs>
              <a:gs pos="50000">
                <a:srgbClr val="FFFF66"/>
              </a:gs>
              <a:gs pos="100000">
                <a:srgbClr val="FFFF66">
                  <a:gamma/>
                  <a:shade val="69412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>
            <a:outerShdw dist="17961" dir="2700000" algn="ctr" rotWithShape="0">
              <a:srgbClr val="DDDDDD"/>
            </a:outerShdw>
          </a:effectLst>
        </p:spPr>
        <p:txBody>
          <a:bodyPr lIns="92075" tIns="46038" rIns="92075" bIns="46038" anchor="ctr"/>
          <a:lstStyle/>
          <a:p>
            <a:pPr defTabSz="762000" eaLnBrk="0" latinLnBrk="0" hangingPunct="0">
              <a:lnSpc>
                <a:spcPct val="100000"/>
              </a:lnSpc>
              <a:spcBef>
                <a:spcPct val="0"/>
              </a:spcBef>
              <a:defRPr/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N+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완성 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</a:t>
            </a:r>
          </a:p>
        </p:txBody>
      </p:sp>
      <p:sp>
        <p:nvSpPr>
          <p:cNvPr id="81" name="Rectangle 7"/>
          <p:cNvSpPr>
            <a:spLocks noChangeArrowheads="1"/>
          </p:cNvSpPr>
          <p:nvPr/>
        </p:nvSpPr>
        <p:spPr bwMode="auto">
          <a:xfrm>
            <a:off x="685802" y="3781425"/>
            <a:ext cx="1276350" cy="365125"/>
          </a:xfrm>
          <a:prstGeom prst="rect">
            <a:avLst/>
          </a:prstGeom>
          <a:gradFill rotWithShape="0">
            <a:gsLst>
              <a:gs pos="0">
                <a:srgbClr val="FFFF66">
                  <a:gamma/>
                  <a:shade val="69412"/>
                  <a:invGamma/>
                </a:srgbClr>
              </a:gs>
              <a:gs pos="50000">
                <a:srgbClr val="FFFF66"/>
              </a:gs>
              <a:gs pos="100000">
                <a:srgbClr val="FFFF66">
                  <a:gamma/>
                  <a:shade val="69412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>
            <a:outerShdw dist="17961" dir="2700000" algn="ctr" rotWithShape="0">
              <a:srgbClr val="DDDDDD"/>
            </a:outerShdw>
          </a:effectLst>
        </p:spPr>
        <p:txBody>
          <a:bodyPr lIns="92075" tIns="46038" rIns="92075" bIns="46038" anchor="ctr"/>
          <a:lstStyle/>
          <a:p>
            <a:pPr defTabSz="762000" eaLnBrk="0" latinLnBrk="0" hangingPunct="0">
              <a:lnSpc>
                <a:spcPct val="100000"/>
              </a:lnSpc>
              <a:spcBef>
                <a:spcPct val="0"/>
              </a:spcBef>
              <a:defRPr/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N+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완성 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REV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</a:t>
            </a:r>
          </a:p>
        </p:txBody>
      </p:sp>
      <p:sp>
        <p:nvSpPr>
          <p:cNvPr id="82" name="Rectangle 8"/>
          <p:cNvSpPr>
            <a:spLocks noChangeArrowheads="1"/>
          </p:cNvSpPr>
          <p:nvPr/>
        </p:nvSpPr>
        <p:spPr bwMode="auto">
          <a:xfrm>
            <a:off x="685802" y="4238629"/>
            <a:ext cx="1276350" cy="365125"/>
          </a:xfrm>
          <a:prstGeom prst="rect">
            <a:avLst/>
          </a:prstGeom>
          <a:gradFill rotWithShape="0">
            <a:gsLst>
              <a:gs pos="0">
                <a:srgbClr val="FFFF66">
                  <a:gamma/>
                  <a:shade val="69412"/>
                  <a:invGamma/>
                </a:srgbClr>
              </a:gs>
              <a:gs pos="50000">
                <a:srgbClr val="FFFF66"/>
              </a:gs>
              <a:gs pos="100000">
                <a:srgbClr val="FFFF66">
                  <a:gamma/>
                  <a:shade val="69412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>
            <a:outerShdw dist="17961" dir="2700000" algn="ctr" rotWithShape="0">
              <a:srgbClr val="DDDDDD"/>
            </a:outerShdw>
          </a:effectLst>
        </p:spPr>
        <p:txBody>
          <a:bodyPr lIns="92075" tIns="46038" rIns="92075" bIns="46038" anchor="ctr"/>
          <a:lstStyle/>
          <a:p>
            <a:pPr defTabSz="762000" eaLnBrk="0" latinLnBrk="0" hangingPunct="0">
              <a:lnSpc>
                <a:spcPct val="100000"/>
              </a:lnSpc>
              <a:spcBef>
                <a:spcPct val="0"/>
              </a:spcBef>
              <a:defRPr/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PXL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포토 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</a:t>
            </a:r>
          </a:p>
        </p:txBody>
      </p:sp>
      <p:sp>
        <p:nvSpPr>
          <p:cNvPr id="83" name="Rectangle 9"/>
          <p:cNvSpPr>
            <a:spLocks noChangeArrowheads="1"/>
          </p:cNvSpPr>
          <p:nvPr/>
        </p:nvSpPr>
        <p:spPr bwMode="auto">
          <a:xfrm>
            <a:off x="685802" y="4705354"/>
            <a:ext cx="1276350" cy="365125"/>
          </a:xfrm>
          <a:prstGeom prst="rect">
            <a:avLst/>
          </a:prstGeom>
          <a:noFill/>
          <a:ln w="28575">
            <a:solidFill>
              <a:schemeClr val="accent2"/>
            </a:solidFill>
            <a:prstDash val="sysDot"/>
            <a:miter lim="800000"/>
            <a:headEnd/>
            <a:tailEnd/>
          </a:ln>
          <a:effectLst>
            <a:outerShdw dist="17961" dir="2700000" algn="ctr" rotWithShape="0">
              <a:srgbClr val="DDDDDD"/>
            </a:outerShdw>
          </a:effectLst>
        </p:spPr>
        <p:txBody>
          <a:bodyPr lIns="92075" tIns="46038" rIns="92075" bIns="46038" anchor="ctr"/>
          <a:lstStyle/>
          <a:p>
            <a:pPr defTabSz="762000" eaLnBrk="0" latinLnBrk="0" hangingPunct="0">
              <a:lnSpc>
                <a:spcPct val="100000"/>
              </a:lnSpc>
              <a:spcBef>
                <a:spcPct val="0"/>
              </a:spcBef>
              <a:defRPr/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PXL ART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</a:t>
            </a:r>
          </a:p>
        </p:txBody>
      </p:sp>
      <p:sp>
        <p:nvSpPr>
          <p:cNvPr id="84" name="Rectangle 10"/>
          <p:cNvSpPr>
            <a:spLocks noChangeArrowheads="1"/>
          </p:cNvSpPr>
          <p:nvPr/>
        </p:nvSpPr>
        <p:spPr bwMode="auto">
          <a:xfrm>
            <a:off x="1986759" y="2854415"/>
            <a:ext cx="6277359" cy="277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>
            <a:spAutoFit/>
          </a:bodyPr>
          <a:lstStyle/>
          <a:p>
            <a:pPr>
              <a:lnSpc>
                <a:spcPct val="12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예를 들어  “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8AA470001AA” GLS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아래와 같은 검사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flow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와 장비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ID,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ID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따를 때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</a:t>
            </a:r>
            <a:r>
              <a:rPr lang="en-US" altLang="ko-KR" sz="1000" b="1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Index file </a:t>
            </a:r>
            <a:r>
              <a:rPr lang="ko-KR" altLang="en-US" sz="1000" b="1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파일과 내용은</a:t>
            </a:r>
          </a:p>
        </p:txBody>
      </p:sp>
      <p:sp>
        <p:nvSpPr>
          <p:cNvPr id="85" name="Rectangle 11"/>
          <p:cNvSpPr>
            <a:spLocks noChangeArrowheads="1"/>
          </p:cNvSpPr>
          <p:nvPr/>
        </p:nvSpPr>
        <p:spPr bwMode="auto">
          <a:xfrm>
            <a:off x="468314" y="5120769"/>
            <a:ext cx="8207374" cy="893194"/>
          </a:xfrm>
          <a:prstGeom prst="rect">
            <a:avLst/>
          </a:prstGeom>
          <a:solidFill>
            <a:srgbClr val="FF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square" lIns="92075" tIns="46038" rIns="92075" bIns="46038" anchor="ctr">
            <a:spAutoFit/>
          </a:bodyPr>
          <a:lstStyle/>
          <a:p>
            <a:pPr algn="l">
              <a:lnSpc>
                <a:spcPct val="13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\DEFECT\INSPECTOR\04\09\370E1D1\TPTN0202\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8AA47000100\8AA470001AA_1000_20050409_123412.TPTN0202</a:t>
            </a:r>
          </a:p>
          <a:p>
            <a:pPr algn="l" eaLnBrk="0" latinLnBrk="0" hangingPunct="0">
              <a:lnSpc>
                <a:spcPct val="13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\DEFECT\INSPECTOR\04\09\370E1S3\TPTN0102\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8AA47000100 \8AA470001AA_2000_20050409_132311.TPTN0102 </a:t>
            </a:r>
          </a:p>
          <a:p>
            <a:pPr algn="l" eaLnBrk="0" latinLnBrk="0" hangingPunct="0">
              <a:lnSpc>
                <a:spcPct val="13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\DEFECT\INSPECTOR\04\09\370E1S3\TREV0502\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8AA47000100 \8AA470001AA_3000_20050409_163009.TREV0502</a:t>
            </a:r>
            <a:r>
              <a:rPr lang="en-US" altLang="ko-KR" sz="10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</a:p>
          <a:p>
            <a:pPr algn="l" eaLnBrk="0" latinLnBrk="0" hangingPunct="0">
              <a:lnSpc>
                <a:spcPct val="130000"/>
              </a:lnSpc>
              <a:spcBef>
                <a:spcPct val="0"/>
              </a:spcBef>
            </a:pPr>
            <a:r>
              <a:rPr lang="en-US" altLang="ko-KR" sz="1000" b="1" u="sng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C:\DEFECT\INSPECTOR\04\09\370E1P5\TPTN0802\ 8AA47000100 \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8AA470001AA_4000_20050409_181221.TPTN0802</a:t>
            </a:r>
          </a:p>
        </p:txBody>
      </p:sp>
      <p:sp>
        <p:nvSpPr>
          <p:cNvPr id="86" name="Rectangle 12"/>
          <p:cNvSpPr>
            <a:spLocks noChangeArrowheads="1"/>
          </p:cNvSpPr>
          <p:nvPr/>
        </p:nvSpPr>
        <p:spPr bwMode="auto">
          <a:xfrm>
            <a:off x="2124075" y="3298825"/>
            <a:ext cx="3671888" cy="1017588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GATE </a:t>
            </a:r>
            <a:r>
              <a:rPr lang="ko-KR" altLang="en-US" sz="1000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증착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    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 ID=TPTN0202,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1000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N+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완성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        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 ID=TPTN0102,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2000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N+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완성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REV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        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 ID=TREV0502,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3000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PXL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포토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        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UNIT ID=TPTN0802,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공정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4000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이라고 하면</a:t>
            </a:r>
          </a:p>
        </p:txBody>
      </p:sp>
      <p:sp>
        <p:nvSpPr>
          <p:cNvPr id="87" name="Rectangle 13"/>
          <p:cNvSpPr>
            <a:spLocks noChangeArrowheads="1"/>
          </p:cNvSpPr>
          <p:nvPr/>
        </p:nvSpPr>
        <p:spPr bwMode="auto">
          <a:xfrm>
            <a:off x="2590800" y="4367590"/>
            <a:ext cx="3238066" cy="5199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>
            <a:spAutoFit/>
          </a:bodyPr>
          <a:lstStyle/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GLASS INDEX FILE </a:t>
            </a:r>
            <a:r>
              <a:rPr lang="ko-KR" altLang="en-US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 </a:t>
            </a:r>
            <a:r>
              <a:rPr lang="en-US" altLang="ko-KR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8AA470001AA.IDX</a:t>
            </a:r>
            <a:br>
              <a:rPr lang="en-US" altLang="ko-KR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INDEX FILE </a:t>
            </a:r>
            <a:r>
              <a:rPr lang="ko-KR" altLang="en-US" sz="12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내용 ↓</a:t>
            </a:r>
          </a:p>
        </p:txBody>
      </p:sp>
      <p:sp>
        <p:nvSpPr>
          <p:cNvPr id="88" name="Rectangle 14"/>
          <p:cNvSpPr>
            <a:spLocks noChangeArrowheads="1"/>
          </p:cNvSpPr>
          <p:nvPr/>
        </p:nvSpPr>
        <p:spPr bwMode="auto">
          <a:xfrm>
            <a:off x="6361113" y="4136599"/>
            <a:ext cx="2087110" cy="646973"/>
          </a:xfrm>
          <a:prstGeom prst="rect">
            <a:avLst/>
          </a:prstGeom>
          <a:noFill/>
          <a:ln w="9525">
            <a:solidFill>
              <a:schemeClr val="tx1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2075" tIns="46038" rIns="92075" bIns="46038" anchor="ctr">
            <a:spAutoFit/>
          </a:bodyPr>
          <a:lstStyle/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PXL ART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時 마지막에 기록되어</a:t>
            </a:r>
            <a:b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있는 위치정보로 해당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찾아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READING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</a:p>
        </p:txBody>
      </p:sp>
      <p:cxnSp>
        <p:nvCxnSpPr>
          <p:cNvPr id="89" name="AutoShape 15"/>
          <p:cNvCxnSpPr>
            <a:cxnSpLocks noChangeShapeType="1"/>
            <a:stCxn id="88" idx="2"/>
            <a:endCxn id="85" idx="2"/>
          </p:cNvCxnSpPr>
          <p:nvPr/>
        </p:nvCxnSpPr>
        <p:spPr bwMode="auto">
          <a:xfrm rot="5400000">
            <a:off x="5373140" y="3982434"/>
            <a:ext cx="1230391" cy="2832667"/>
          </a:xfrm>
          <a:prstGeom prst="bentConnector5">
            <a:avLst>
              <a:gd name="adj1" fmla="val 13703"/>
              <a:gd name="adj2" fmla="val -52940"/>
              <a:gd name="adj3" fmla="val 118579"/>
            </a:avLst>
          </a:prstGeom>
          <a:noFill/>
          <a:ln w="9525">
            <a:solidFill>
              <a:srgbClr val="0000FF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0" name="Text Box 18"/>
          <p:cNvSpPr txBox="1">
            <a:spLocks noChangeArrowheads="1"/>
          </p:cNvSpPr>
          <p:nvPr/>
        </p:nvSpPr>
        <p:spPr bwMode="auto">
          <a:xfrm>
            <a:off x="490540" y="1920876"/>
            <a:ext cx="652422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8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④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각 검사장비는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후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GLS Index File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다음과 같은 내용으로 생성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(GLASS Defect file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과 함께 생성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하고 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Update</a:t>
            </a:r>
            <a:r>
              <a:rPr lang="ko-KR" altLang="en-US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en-US" altLang="ko-KR" sz="10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</a:t>
            </a:r>
            <a:r>
              <a:rPr lang="en-US" altLang="ko-KR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C:\DEFECT\INSPECTOR\</a:t>
            </a:r>
            <a:r>
              <a:rPr lang="ko-KR" altLang="en-US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r>
              <a:rPr lang="en-US" altLang="ko-KR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</a:t>
            </a:r>
            <a:r>
              <a:rPr lang="ko-KR" altLang="en-US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  <a:r>
              <a:rPr lang="en-US" altLang="ko-KR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\RECIPE\UNITID\LOTID\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GLASSID_PROCID_YYYYMMDD_HHMMSS.UNITID</a:t>
            </a:r>
          </a:p>
        </p:txBody>
      </p:sp>
      <p:sp>
        <p:nvSpPr>
          <p:cNvPr id="91" name="Line 19"/>
          <p:cNvSpPr>
            <a:spLocks noChangeShapeType="1"/>
          </p:cNvSpPr>
          <p:nvPr/>
        </p:nvSpPr>
        <p:spPr bwMode="auto">
          <a:xfrm flipV="1">
            <a:off x="2387600" y="2444754"/>
            <a:ext cx="0" cy="125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rIns="0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2" name="Text Box 20"/>
          <p:cNvSpPr txBox="1">
            <a:spLocks noChangeArrowheads="1"/>
          </p:cNvSpPr>
          <p:nvPr/>
        </p:nvSpPr>
        <p:spPr bwMode="auto">
          <a:xfrm>
            <a:off x="1528765" y="2479678"/>
            <a:ext cx="162544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40000"/>
              </a:lnSpc>
              <a:spcBef>
                <a:spcPct val="0"/>
              </a:spcBef>
            </a:pPr>
            <a:r>
              <a:rPr lang="en-US" altLang="ko-KR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lang="ko-KR" altLang="en-US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위치정보</a:t>
            </a:r>
          </a:p>
        </p:txBody>
      </p:sp>
      <p:sp>
        <p:nvSpPr>
          <p:cNvPr id="93" name="Line 21"/>
          <p:cNvSpPr>
            <a:spLocks noChangeShapeType="1"/>
          </p:cNvSpPr>
          <p:nvPr/>
        </p:nvSpPr>
        <p:spPr bwMode="auto">
          <a:xfrm flipV="1">
            <a:off x="5459413" y="2425704"/>
            <a:ext cx="0" cy="144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rIns="0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4" name="Text Box 22"/>
          <p:cNvSpPr txBox="1">
            <a:spLocks noChangeArrowheads="1"/>
          </p:cNvSpPr>
          <p:nvPr/>
        </p:nvSpPr>
        <p:spPr bwMode="auto">
          <a:xfrm>
            <a:off x="4602165" y="2481266"/>
            <a:ext cx="153888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40000"/>
              </a:lnSpc>
              <a:spcBef>
                <a:spcPct val="0"/>
              </a:spcBef>
            </a:pPr>
            <a:r>
              <a:rPr lang="en-US" altLang="ko-KR" sz="1000" u="sng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NAME</a:t>
            </a:r>
          </a:p>
        </p:txBody>
      </p:sp>
      <p:sp>
        <p:nvSpPr>
          <p:cNvPr id="95" name="Rectangle 24"/>
          <p:cNvSpPr>
            <a:spLocks noChangeArrowheads="1"/>
          </p:cNvSpPr>
          <p:nvPr/>
        </p:nvSpPr>
        <p:spPr bwMode="auto">
          <a:xfrm>
            <a:off x="381000" y="942978"/>
            <a:ext cx="8748464" cy="5702297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l"/>
            <a:endParaRPr lang="ko-KR" altLang="en-US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6" name="Rectangle 25"/>
          <p:cNvSpPr>
            <a:spLocks noChangeArrowheads="1"/>
          </p:cNvSpPr>
          <p:nvPr/>
        </p:nvSpPr>
        <p:spPr bwMode="auto">
          <a:xfrm>
            <a:off x="395290" y="942978"/>
            <a:ext cx="9094214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2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1. </a:t>
            </a:r>
            <a:r>
              <a:rPr lang="ko-KR" altLang="en-US" sz="1000" b="1">
                <a:solidFill>
                  <a:schemeClr val="tx2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공통 </a:t>
            </a:r>
            <a:r>
              <a:rPr lang="en-US" altLang="ko-KR" sz="1000" b="1">
                <a:solidFill>
                  <a:schemeClr val="tx2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 RULE</a:t>
            </a:r>
            <a:endParaRPr lang="en-US" altLang="ko-KR" sz="100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① GLASS INDEX FILE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대한 최종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위치 정보를 제공하며 모든 검사 장비에서 생성 및 활용함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② GLASS INDEX FILE NAME RULE : 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GLASSID.IDX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③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RULE : HASH PROGRAM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이용하여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SERVER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안의 </a:t>
            </a: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FOLDER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저장함</a:t>
            </a:r>
          </a:p>
          <a:p>
            <a:pPr algn="l">
              <a:lnSpc>
                <a:spcPct val="12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                                                                                                              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</a:t>
            </a:r>
            <a:r>
              <a:rPr lang="ko-KR" altLang="en-US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C:\DEFECT\INDEX\00000012\00000023\GLASSID.IDX</a:t>
            </a:r>
          </a:p>
        </p:txBody>
      </p:sp>
      <p:sp>
        <p:nvSpPr>
          <p:cNvPr id="97" name="Oval 26"/>
          <p:cNvSpPr>
            <a:spLocks noChangeArrowheads="1"/>
          </p:cNvSpPr>
          <p:nvPr/>
        </p:nvSpPr>
        <p:spPr bwMode="auto">
          <a:xfrm>
            <a:off x="7578726" y="2834366"/>
            <a:ext cx="259766" cy="519351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l"/>
            <a:endParaRPr lang="ko-KR" altLang="en-US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8" name="Oval 27"/>
          <p:cNvSpPr>
            <a:spLocks noChangeArrowheads="1"/>
          </p:cNvSpPr>
          <p:nvPr/>
        </p:nvSpPr>
        <p:spPr bwMode="auto">
          <a:xfrm>
            <a:off x="5883275" y="4860016"/>
            <a:ext cx="259766" cy="519351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l"/>
            <a:endParaRPr lang="ko-KR" altLang="en-US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99" name="AutoShape 28"/>
          <p:cNvCxnSpPr>
            <a:cxnSpLocks noChangeShapeType="1"/>
          </p:cNvCxnSpPr>
          <p:nvPr/>
        </p:nvCxnSpPr>
        <p:spPr bwMode="auto">
          <a:xfrm rot="5400000">
            <a:off x="5848853" y="3258346"/>
            <a:ext cx="2024063" cy="1695452"/>
          </a:xfrm>
          <a:prstGeom prst="bentConnector3">
            <a:avLst>
              <a:gd name="adj1" fmla="val 40212"/>
            </a:avLst>
          </a:prstGeom>
          <a:noFill/>
          <a:ln w="9525">
            <a:solidFill>
              <a:srgbClr val="0000FF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" name="Rectangle 29"/>
          <p:cNvSpPr>
            <a:spLocks noChangeArrowheads="1"/>
          </p:cNvSpPr>
          <p:nvPr/>
        </p:nvSpPr>
        <p:spPr bwMode="auto">
          <a:xfrm>
            <a:off x="601663" y="2254250"/>
            <a:ext cx="6461125" cy="520700"/>
          </a:xfrm>
          <a:prstGeom prst="rect">
            <a:avLst/>
          </a:prstGeom>
          <a:noFill/>
          <a:ln w="28575" algn="ctr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l"/>
            <a:endParaRPr lang="ko-KR" altLang="en-US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1" name="Rectangle 30"/>
          <p:cNvSpPr>
            <a:spLocks noChangeArrowheads="1"/>
          </p:cNvSpPr>
          <p:nvPr/>
        </p:nvSpPr>
        <p:spPr bwMode="auto">
          <a:xfrm>
            <a:off x="6523408" y="1668780"/>
            <a:ext cx="1426876" cy="272126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anchor="ctr">
            <a:spAutoFit/>
          </a:bodyPr>
          <a:lstStyle/>
          <a:p>
            <a:pPr algn="l"/>
            <a:endParaRPr lang="ko-KR" altLang="en-US" b="1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2" name="Line 31"/>
          <p:cNvSpPr>
            <a:spLocks noChangeShapeType="1"/>
          </p:cNvSpPr>
          <p:nvPr/>
        </p:nvSpPr>
        <p:spPr bwMode="auto">
          <a:xfrm>
            <a:off x="6681192" y="1593219"/>
            <a:ext cx="288032" cy="10927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square">
            <a:spAutoFit/>
          </a:bodyPr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3" name="Text Box 32"/>
          <p:cNvSpPr txBox="1">
            <a:spLocks noChangeArrowheads="1"/>
          </p:cNvSpPr>
          <p:nvPr/>
        </p:nvSpPr>
        <p:spPr bwMode="auto">
          <a:xfrm>
            <a:off x="5964238" y="1370965"/>
            <a:ext cx="272222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00000012,00000023 : Hash program </a:t>
            </a: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생성값</a:t>
            </a:r>
          </a:p>
        </p:txBody>
      </p:sp>
      <p:sp>
        <p:nvSpPr>
          <p:cNvPr id="104" name="Rectangle 34"/>
          <p:cNvSpPr>
            <a:spLocks noChangeArrowheads="1"/>
          </p:cNvSpPr>
          <p:nvPr/>
        </p:nvSpPr>
        <p:spPr bwMode="auto">
          <a:xfrm>
            <a:off x="298452" y="6097592"/>
            <a:ext cx="8601075" cy="5909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90000"/>
              </a:lnSpc>
              <a:spcBef>
                <a:spcPct val="0"/>
              </a:spcBef>
            </a:pP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Index File 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시 경로 및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 Name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기록하고 </a:t>
            </a:r>
            <a:r>
              <a:rPr lang="ko-KR" altLang="en-US" sz="900" b="1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개행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900" b="1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줄바꿈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한 후 저장하도록 함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미 </a:t>
            </a:r>
            <a:r>
              <a:rPr lang="ko-KR" altLang="en-US" sz="900" b="1" err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실시시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옆으로 이어서 쓸 가능성 존재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algn="l">
              <a:lnSpc>
                <a:spcPct val="90000"/>
              </a:lnSpc>
              <a:spcBef>
                <a:spcPct val="0"/>
              </a:spcBef>
            </a:pP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Index File Reading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 현재공정과 동일한 공정의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경로가 존재하면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이전 공정의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 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경로를 이용하여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Loading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</a:p>
          <a:p>
            <a:pPr algn="l">
              <a:lnSpc>
                <a:spcPct val="90000"/>
              </a:lnSpc>
              <a:spcBef>
                <a:spcPct val="0"/>
              </a:spcBef>
            </a:pP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Index File Search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기준은 현재 공정 번호보다 작은 공정 中 가장 큰 공정의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Loading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algn="l">
              <a:lnSpc>
                <a:spcPct val="90000"/>
              </a:lnSpc>
              <a:spcBef>
                <a:spcPct val="0"/>
              </a:spcBef>
            </a:pP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상기 기준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Search 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後 중복 공정 번호가 있을 경우 가장 최근의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File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Loading</a:t>
            </a:r>
            <a:r>
              <a:rPr lang="ko-KR" altLang="en-US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함</a:t>
            </a:r>
            <a:r>
              <a:rPr lang="en-US" altLang="ko-KR" sz="9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ChangeArrowheads="1"/>
          </p:cNvSpPr>
          <p:nvPr/>
        </p:nvSpPr>
        <p:spPr bwMode="auto">
          <a:xfrm>
            <a:off x="57150" y="57150"/>
            <a:ext cx="31518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6387" name="Rectangle 4"/>
          <p:cNvSpPr>
            <a:spLocks noChangeArrowheads="1"/>
          </p:cNvSpPr>
          <p:nvPr/>
        </p:nvSpPr>
        <p:spPr bwMode="auto">
          <a:xfrm>
            <a:off x="6400865" y="203200"/>
            <a:ext cx="2127185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3-4. LOT INDEX FILE RULE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388" name="Text Box 23"/>
          <p:cNvSpPr txBox="1">
            <a:spLocks noChangeArrowheads="1"/>
          </p:cNvSpPr>
          <p:nvPr/>
        </p:nvSpPr>
        <p:spPr bwMode="auto">
          <a:xfrm>
            <a:off x="381000" y="608013"/>
            <a:ext cx="1598613" cy="313932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4. LOT INDEX RULE</a:t>
            </a:r>
          </a:p>
        </p:txBody>
      </p:sp>
      <p:sp>
        <p:nvSpPr>
          <p:cNvPr id="41" name="Text Box 4"/>
          <p:cNvSpPr txBox="1">
            <a:spLocks noChangeArrowheads="1"/>
          </p:cNvSpPr>
          <p:nvPr/>
        </p:nvSpPr>
        <p:spPr bwMode="auto">
          <a:xfrm>
            <a:off x="490538" y="2181229"/>
            <a:ext cx="81137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④ CRPR, CDRP</a:t>
            </a:r>
            <a:r>
              <a:rPr kumimoji="1" lang="en-US" altLang="ko-KR" sz="1000" b="0" i="0" u="none" strike="noStrike" kern="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kumimoji="1" lang="ko-KR" altLang="en-US" sz="1000" b="0" i="0" u="none" strike="noStrike" kern="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장비는 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마지막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 후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INDEX FILE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생성하고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DEFECT FILE 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전송 시 함께 전송함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 marL="0" marR="0" lvl="0" indent="0" algn="l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kumimoji="1" lang="ko-KR" altLang="en-US" sz="1000" b="1" i="0" u="none" strike="noStrike" kern="0" cap="none" spc="0" normalizeH="0" baseline="0" noProof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매엽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INLINE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경우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CRPR 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장비가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대한 모든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작업 종료 시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GCS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INDEX FILE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생성하여 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전송함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</a:t>
            </a:r>
            <a:r>
              <a:rPr kumimoji="1" lang="ko-KR" altLang="en-US" sz="1000" b="1" i="0" u="none" strike="noStrike" kern="0" cap="none" spc="0" normalizeH="0" baseline="0" noProof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매엽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anose="05000000000000000000" pitchFamily="2" charset="2"/>
              </a:rPr>
              <a:t> 구성 時 대응</a:t>
            </a:r>
            <a:endParaRPr kumimoji="1" lang="en-US" altLang="ko-KR" sz="1000" b="1" i="0" u="none" strike="noStrike" kern="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0" marR="0" lvl="0" indent="0" algn="l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⑤ LOT INDEX FILE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FORMAT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아래와 같음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※ 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영문 대문자만 사용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공백</a:t>
            </a: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(Space)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없음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kumimoji="1" lang="en-US" altLang="ko-KR" sz="10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" name="Rectangle 6"/>
          <p:cNvSpPr>
            <a:spLocks noChangeArrowheads="1"/>
          </p:cNvSpPr>
          <p:nvPr/>
        </p:nvSpPr>
        <p:spPr bwMode="auto">
          <a:xfrm>
            <a:off x="381000" y="949643"/>
            <a:ext cx="8294688" cy="5314950"/>
          </a:xfrm>
          <a:prstGeom prst="rect">
            <a:avLst/>
          </a:prstGeom>
          <a:noFill/>
          <a:ln w="9525">
            <a:solidFill>
              <a:srgbClr val="808080"/>
            </a:solidFill>
            <a:miter lim="800000"/>
            <a:headE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1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Rectangle 7"/>
          <p:cNvSpPr>
            <a:spLocks noChangeArrowheads="1"/>
          </p:cNvSpPr>
          <p:nvPr/>
        </p:nvSpPr>
        <p:spPr bwMode="auto">
          <a:xfrm>
            <a:off x="395290" y="942979"/>
            <a:ext cx="8280400" cy="123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① LOT INDEX FILE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대한 최종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SLOT ID, GLASS ID, JUDGE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정보를 제공하며 </a:t>
            </a:r>
            <a:r>
              <a:rPr lang="en-US" altLang="ko-KR" sz="10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CRPR, CDRP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생성하고 전 장비에서 활용함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② LOT INDEX FILE NAME RULE : LOTID.LOT</a:t>
            </a:r>
          </a:p>
          <a:p>
            <a:pPr>
              <a:lnSpc>
                <a:spcPct val="150000"/>
              </a:lnSpc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③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RULE :HASH PROGRAM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이용하여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SERVER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안의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INDEX\LOT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폴더에 저장함</a:t>
            </a:r>
          </a:p>
          <a:p>
            <a:pPr>
              <a:lnSpc>
                <a:spcPct val="150000"/>
              </a:lnSpc>
            </a:pPr>
            <a:endParaRPr lang="ko-KR" altLang="en-US" sz="10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C:\DEFECT\INDEX\LOT\00000012\00000023\LOTID.LOT</a:t>
            </a:r>
          </a:p>
        </p:txBody>
      </p:sp>
      <p:sp>
        <p:nvSpPr>
          <p:cNvPr id="44" name="Rectangle 8"/>
          <p:cNvSpPr>
            <a:spLocks noChangeArrowheads="1"/>
          </p:cNvSpPr>
          <p:nvPr/>
        </p:nvSpPr>
        <p:spPr bwMode="auto">
          <a:xfrm>
            <a:off x="2359027" y="1887468"/>
            <a:ext cx="1418985" cy="276999"/>
          </a:xfrm>
          <a:prstGeom prst="rect">
            <a:avLst/>
          </a:prstGeom>
          <a:noFill/>
          <a:ln w="9525">
            <a:solidFill>
              <a:srgbClr val="808080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1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Line 9"/>
          <p:cNvSpPr>
            <a:spLocks noChangeShapeType="1"/>
          </p:cNvSpPr>
          <p:nvPr/>
        </p:nvSpPr>
        <p:spPr bwMode="auto">
          <a:xfrm flipH="1">
            <a:off x="2771775" y="1813243"/>
            <a:ext cx="76200" cy="76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1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" name="Text Box 10"/>
          <p:cNvSpPr txBox="1">
            <a:spLocks noChangeArrowheads="1"/>
          </p:cNvSpPr>
          <p:nvPr/>
        </p:nvSpPr>
        <p:spPr bwMode="auto">
          <a:xfrm>
            <a:off x="2209801" y="1617980"/>
            <a:ext cx="275748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00000012, 00000023 : Hash program </a:t>
            </a:r>
            <a:r>
              <a:rPr kumimoji="1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생성값</a:t>
            </a:r>
          </a:p>
        </p:txBody>
      </p:sp>
      <p:sp>
        <p:nvSpPr>
          <p:cNvPr id="47" name="Rectangle 11"/>
          <p:cNvSpPr>
            <a:spLocks noChangeArrowheads="1"/>
          </p:cNvSpPr>
          <p:nvPr/>
        </p:nvSpPr>
        <p:spPr bwMode="auto">
          <a:xfrm>
            <a:off x="687390" y="3438526"/>
            <a:ext cx="2521585" cy="1785104"/>
          </a:xfrm>
          <a:prstGeom prst="rect">
            <a:avLst/>
          </a:prstGeom>
          <a:solidFill>
            <a:srgbClr val="FFFF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LOT_ID=8AA47000100         </a:t>
            </a:r>
            <a:endParaRPr kumimoji="0" lang="en-US" altLang="ko-KR" sz="1000" b="1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EQP=TRPR0102               </a:t>
            </a:r>
            <a:endParaRPr kumimoji="0" lang="en-US" altLang="ko-KR" sz="1000" b="1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CREATE_TIME=YYYYMMDDHHMMSS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#SLOTNO,GLSID,GLSJUDGE,PANELJUDGE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1,8AA53000110,G,GGGCGNGG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2,8AA53000120,G,GGCGNGGG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3,8AA53000130,G,GGGGGGGG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....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....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23,8AA530001P0,G,GGNNGGGG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24,8AA530001Q0,G,NGNGNGNG</a:t>
            </a:r>
          </a:p>
        </p:txBody>
      </p:sp>
      <p:sp>
        <p:nvSpPr>
          <p:cNvPr id="48" name="Rectangle 12"/>
          <p:cNvSpPr>
            <a:spLocks noChangeArrowheads="1"/>
          </p:cNvSpPr>
          <p:nvPr/>
        </p:nvSpPr>
        <p:spPr bwMode="auto">
          <a:xfrm>
            <a:off x="574674" y="2953273"/>
            <a:ext cx="3055324" cy="536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LOT INDEX FILE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 </a:t>
            </a: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: 8AA47000100.LOT</a:t>
            </a:r>
            <a:b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■ INDEX FILE </a:t>
            </a:r>
            <a:r>
              <a:rPr lang="ko-KR" altLang="en-US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내용 ↓</a:t>
            </a:r>
          </a:p>
        </p:txBody>
      </p:sp>
      <p:sp>
        <p:nvSpPr>
          <p:cNvPr id="49" name="Rectangle 13"/>
          <p:cNvSpPr>
            <a:spLocks noChangeArrowheads="1"/>
          </p:cNvSpPr>
          <p:nvPr/>
        </p:nvSpPr>
        <p:spPr bwMode="auto">
          <a:xfrm>
            <a:off x="3208975" y="3410332"/>
            <a:ext cx="25177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/>
          <a:p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 Lot ID 11</a:t>
            </a:r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자리</a:t>
            </a:r>
            <a:endParaRPr lang="ko-KR" altLang="en-US" sz="1000" b="1">
              <a:solidFill>
                <a:srgbClr val="3333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 마지막으로 </a:t>
            </a: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Update</a:t>
            </a:r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된 장비</a:t>
            </a: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ID 8</a:t>
            </a:r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자리</a:t>
            </a:r>
            <a:endParaRPr lang="ko-KR" altLang="en-US" sz="1000" b="1">
              <a:solidFill>
                <a:srgbClr val="3333CC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 마지막으로 </a:t>
            </a: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Update</a:t>
            </a:r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된 시간</a:t>
            </a: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14</a:t>
            </a:r>
            <a:r>
              <a:rPr lang="ko-KR" altLang="en-US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자리</a:t>
            </a:r>
            <a:endParaRPr lang="ko-KR" altLang="en-US" sz="10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8977320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ChangeArrowheads="1"/>
          </p:cNvSpPr>
          <p:nvPr/>
        </p:nvSpPr>
        <p:spPr bwMode="auto">
          <a:xfrm>
            <a:off x="57150" y="57150"/>
            <a:ext cx="31518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7411" name="Rectangle 3"/>
          <p:cNvSpPr>
            <a:spLocks noChangeArrowheads="1"/>
          </p:cNvSpPr>
          <p:nvPr/>
        </p:nvSpPr>
        <p:spPr bwMode="auto">
          <a:xfrm>
            <a:off x="6251575" y="203200"/>
            <a:ext cx="2208938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3-5. IMAGE FILE RULE(1/2)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412" name="Text Box 5"/>
          <p:cNvSpPr txBox="1">
            <a:spLocks noChangeArrowheads="1"/>
          </p:cNvSpPr>
          <p:nvPr/>
        </p:nvSpPr>
        <p:spPr bwMode="auto">
          <a:xfrm>
            <a:off x="373063" y="585788"/>
            <a:ext cx="1598612" cy="297710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5. IMAGE FILE RULE</a:t>
            </a:r>
          </a:p>
        </p:txBody>
      </p:sp>
      <p:sp>
        <p:nvSpPr>
          <p:cNvPr id="17413" name="Text Box 7"/>
          <p:cNvSpPr txBox="1">
            <a:spLocks noChangeArrowheads="1"/>
          </p:cNvSpPr>
          <p:nvPr/>
        </p:nvSpPr>
        <p:spPr bwMode="auto">
          <a:xfrm>
            <a:off x="377825" y="924243"/>
            <a:ext cx="9183687" cy="558641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/>
          <a:lstStyle>
            <a:lvl1pPr marL="457200" indent="-457200"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① LGD IMAGE FILE SERVER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DEFECT_IMAGE, REF_IMAGE, PTNMNT_IMAGE, MMA_IMAGE, AMA_IMAGE, MEASURE_IMAGE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Directory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여섯 곳으로 구분 저장함 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검출된 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IMAGE 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중 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CODE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있는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DEFECT_IMAGE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Directory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(Macro 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제외 전 검사장비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검출된 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IMAGE 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중 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CODE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가 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없는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DEFECT_IMAGE2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Directory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(Macro </a:t>
            </a:r>
            <a:r>
              <a:rPr lang="ko-KR" altLang="en-US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제외 전 검사장비</a:t>
            </a:r>
            <a:r>
              <a:rPr lang="en-US" altLang="ko-KR" sz="1000">
                <a:solidFill>
                  <a:srgbClr val="33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-.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검출되지 않은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REF_IMAGE 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전 검사장비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-.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및 현미경 장비에서 특정좌표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PTNMNT_IMAGE 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en-US" altLang="ko-KR" sz="10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In-Line PTN&amp;AMA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PTN, RPR, </a:t>
            </a:r>
            <a:r>
              <a:rPr lang="en-US" altLang="ko-KR" sz="100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DRP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에서만 대응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GLASS MAP 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 시에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DEFECT_IMAGE 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Directory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하위에 저장</a:t>
            </a:r>
            <a:endParaRPr lang="en-US" altLang="ko-KR" sz="10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-. ART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FLAWMAP IMAGE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ko-KR" altLang="en-US" sz="1000" err="1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저장시에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ARTMAP_IMAGE Directory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(ART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에서만 대응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)&lt;-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추후 </a:t>
            </a:r>
            <a:r>
              <a:rPr lang="ko-KR" altLang="en-US" sz="1000" err="1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투자시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대응</a:t>
            </a:r>
            <a:endParaRPr lang="en-US" altLang="ko-KR" sz="1000">
              <a:solidFill>
                <a:schemeClr val="bg1">
                  <a:lumMod val="50000"/>
                </a:scheme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-. MMA(MANUAL MACRO)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MAP 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 시에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MMA_IMAGE 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AMA(AUTO MACRO)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MAP 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 시에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AMA_IMAGE 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 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PTN,RPR,DRP,LOS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MAP 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 시에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DEFECT_IMAGE Directory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 Directory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하위에 저장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측정기에서 측정 시 발생 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MEASURE_IMAGE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폴더 하위에 저장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IMAGE FILE PATH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까지 저장되는 항목에서는 시작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함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(ex. \IMAGE\AMA_IMAGE\……)</a:t>
            </a:r>
            <a:endParaRPr lang="ko-KR" altLang="en-US" sz="10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IMAGE FILE PATH(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경로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까지 저장되는 항목에서는 시작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함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(ex. \IMAGE\MURA_IMAGE\……)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② IMAGE FILE NAME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모든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NO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는 자릿수 제한 없음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.(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공백금지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첫 문자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금지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lang="en-US" altLang="ko-KR" sz="10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③ IMAGE FILE NAME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</a:p>
          <a:p>
            <a:pPr eaLnBrk="1" hangingPunct="1">
              <a:lnSpc>
                <a:spcPct val="130000"/>
              </a:lnSpc>
              <a:spcBef>
                <a:spcPct val="5000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ⓐ 검출된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 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LOTID_GLSID_PNLID_MACHINEID_PROCID_GATE1_DATA1_X CODE_Y CODE_JUDGE_DEFECT CODE_NO_NO.JPG</a:t>
            </a:r>
            <a:b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▶ 1</a:t>
            </a:r>
            <a:r>
              <a:rPr lang="en-US" altLang="ko-KR" sz="1000" baseline="30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NO of file name means defect serial number in panel. </a:t>
            </a:r>
            <a:b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▶ 2</a:t>
            </a:r>
            <a:r>
              <a:rPr lang="en-US" altLang="ko-KR" sz="1000" baseline="30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nd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NO of file name means serial number of image file in one defect. </a:t>
            </a:r>
          </a:p>
          <a:p>
            <a:pPr eaLnBrk="1" hangingPunct="1">
              <a:lnSpc>
                <a:spcPct val="14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ⓑ 검출되지 않은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(MACRO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REVIEW 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포함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</a:p>
          <a:p>
            <a:pPr eaLnBrk="1" hangingPunct="1">
              <a:lnSpc>
                <a:spcPct val="14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LOTID_GLSID_PNLID_UNITID_PROCID_ GATE1_DATA1_X CODE_Y CODE_NO.JPG </a:t>
            </a:r>
          </a:p>
          <a:p>
            <a:pPr eaLnBrk="1" hangingPunct="1">
              <a:lnSpc>
                <a:spcPct val="14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▶ NO of file name means serial number of image file in glass.  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▶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좌표정보 확인을 위한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 필요함    ▶ 항목이 없는 경우는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Null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처리함                  </a:t>
            </a:r>
            <a:endParaRPr lang="en-US" altLang="ko-KR" sz="1000" b="1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/>
          <p:cNvSpPr>
            <a:spLocks noChangeArrowheads="1"/>
          </p:cNvSpPr>
          <p:nvPr/>
        </p:nvSpPr>
        <p:spPr bwMode="auto">
          <a:xfrm>
            <a:off x="57150" y="57150"/>
            <a:ext cx="31518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8435" name="Rectangle 3"/>
          <p:cNvSpPr>
            <a:spLocks noChangeArrowheads="1"/>
          </p:cNvSpPr>
          <p:nvPr/>
        </p:nvSpPr>
        <p:spPr bwMode="auto">
          <a:xfrm>
            <a:off x="6251575" y="203200"/>
            <a:ext cx="2208938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3-5. IMAGE FILE RULE(2/2)</a:t>
            </a:r>
            <a:endParaRPr lang="en-US" altLang="ko-KR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437" name="Text Box 11"/>
          <p:cNvSpPr txBox="1">
            <a:spLocks noChangeArrowheads="1"/>
          </p:cNvSpPr>
          <p:nvPr/>
        </p:nvSpPr>
        <p:spPr bwMode="auto">
          <a:xfrm>
            <a:off x="377825" y="918210"/>
            <a:ext cx="9327703" cy="5475602"/>
          </a:xfrm>
          <a:prstGeom prst="rect">
            <a:avLst/>
          </a:prstGeom>
          <a:noFill/>
          <a:ln w="9525">
            <a:solidFill>
              <a:srgbClr val="80808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0" rIns="0">
            <a:spAutoFit/>
          </a:bodyPr>
          <a:lstStyle>
            <a:lvl1pPr marL="457200" indent="-457200"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ⓒ 특정 좌표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LOTID_GLSID_PNLID_UNITID_PROCID_ GATE1_DATA1_X CODE_Y CODE_NO.JPG </a:t>
            </a:r>
            <a:b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▶ </a:t>
            </a:r>
            <a:r>
              <a:rPr lang="ko-KR" altLang="en-US" sz="1000" b="1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좌표정보 확인을 위한 </a:t>
            </a:r>
            <a:r>
              <a:rPr lang="en-US" altLang="ko-KR" sz="1000" b="1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 </a:t>
            </a:r>
            <a:r>
              <a:rPr lang="ko-KR" altLang="en-US" sz="1000" b="1" u="sng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생성 필요함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      ▶ 항목이 없는 경우는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Null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처리함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ⓓ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ART FLAWMAP IMAGE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저장할 경우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L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OTID_GLSID_UNITID_PROCID_FLAW.JPG(ART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</a:t>
            </a:r>
            <a:r>
              <a:rPr lang="ko-KR" altLang="en-US" sz="1000" err="1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투자시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대응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ⓔ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AUTO MACRO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검사기에서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MAP IMAGE 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  <a:b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LOTID_GLSID_UNITID_PROCID_SCAN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번호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카메라 방향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카메라 각도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조명각도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조명밝기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_NO.JPG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▶ NO of file name means serial number of image file in glass.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ⓕ MANUAL MACRO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검사기에서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MAP 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LOTID_GLSID_UNITID_PROCID_NO.JPG                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▶ NO of file name means serial number of image file in glass.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ⓖ PTN,RPR,DRP,LOS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 MAP 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 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LOTID_GLSID_UNITID_PROCID_NO.JPG                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▶ NO of file name means serial number of image file in glass.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ⓗ PST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에서 측정시의 위치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IMAGE,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측정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DATA GRAPH IMAGE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(PST </a:t>
            </a:r>
            <a:r>
              <a:rPr lang="ko-KR" altLang="en-US" sz="1000" err="1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투자시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대응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lang="ko-KR" altLang="en-US" sz="1000">
              <a:solidFill>
                <a:schemeClr val="bg1">
                  <a:lumMod val="50000"/>
                </a:schemeClr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LOTID_GLSID_PNLID_UNITID_PROCID_GATE1_DATA1_X CODE_Y CODE_DEFECT CODE_TYPE_NO.JPG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        ▶ TYPE : GATE, DATA, PXL, TR, GR, DR, CAP (PST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측정 위치 및 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DATA </a:t>
            </a:r>
            <a:r>
              <a:rPr lang="ko-KR" altLang="en-US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종류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        ▶ NO of file name means defect serial number in panel.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bg1">
                    <a:lumMod val="50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ⓘ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기타 측정기에서 획득한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를 저장할 경우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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 </a:t>
            </a:r>
            <a:r>
              <a:rPr lang="ko-KR" altLang="en-US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000" b="1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LOTID_GLSID_PNLID_UNITID_PROCID_NO.JPG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④ IMAGE INDEX FILE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 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검출되지 않은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및 특정 좌표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 시 관련정보를 기록한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을 생성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저장함 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GLASS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단위로 생성됨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검출되지 않은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LOTID_GLASSID_RECIPE.TXT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C:\IMAGE\REF_IMAGE\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\RECIPE\UNITID\LOTID\_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저장함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특정 좌표 위치에 대한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의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 FILE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은</a:t>
            </a:r>
            <a:b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LOTID_GLASSID_RECIPE.TXT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로 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C:\IMAGE\PTNMNT_IMAGE\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</a:t>
            </a: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\RECIPE\UNITID\LOTID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\_Directory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저장함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-. INDEX FILE </a:t>
            </a: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내용은  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LOT_INFO=LOTID VALUE,UNITID VALUE,RECIPE VALUE,PROCID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 3" pitchFamily="18" charset="2"/>
              </a:rPr>
              <a:t> 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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GLS_INFO=GLASS ID VALUE, GLS INTIME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 3" pitchFamily="18" charset="2"/>
              </a:rPr>
              <a:t> 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1,X,Y,FILENAME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 3" pitchFamily="18" charset="2"/>
              </a:rPr>
              <a:t>  </a:t>
            </a: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</a:t>
            </a:r>
          </a:p>
          <a:p>
            <a:pPr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       2,X,Y,FILENAME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 3" pitchFamily="18" charset="2"/>
              </a:rPr>
              <a:t> </a:t>
            </a:r>
            <a:endParaRPr lang="en-US" altLang="ko-KR" sz="1000">
              <a:solidFill>
                <a:srgbClr val="000000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 3" pitchFamily="18" charset="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73063" y="585788"/>
            <a:ext cx="1598612" cy="297710"/>
          </a:xfrm>
          <a:prstGeom prst="rect">
            <a:avLst/>
          </a:prstGeom>
          <a:gradFill rotWithShape="1">
            <a:gsLst>
              <a:gs pos="0">
                <a:srgbClr val="CCCCFF"/>
              </a:gs>
              <a:gs pos="50000">
                <a:srgbClr val="FFFFFF"/>
              </a:gs>
              <a:gs pos="100000">
                <a:srgbClr val="CCCCFF"/>
              </a:gs>
            </a:gsLst>
            <a:lin ang="5400000" scaled="1"/>
          </a:gradFill>
          <a:ln w="9525">
            <a:solidFill>
              <a:srgbClr val="80808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5. IMAGE FILE RULE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ChangeArrowheads="1"/>
          </p:cNvSpPr>
          <p:nvPr/>
        </p:nvSpPr>
        <p:spPr bwMode="auto">
          <a:xfrm>
            <a:off x="57150" y="57150"/>
            <a:ext cx="31518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  <a:latin typeface="LG스마트체 Bold" panose="020B0600000101010101" pitchFamily="50" charset="-127"/>
                <a:ea typeface="LG스마트체 Bold" panose="020B0600000101010101" pitchFamily="50" charset="-127"/>
              </a:rPr>
              <a:t>3. DIRECTORY &amp; FILE RULE</a:t>
            </a:r>
            <a:endParaRPr lang="en-US" altLang="ko-KR" sz="1800">
              <a:latin typeface="LG스마트체 Bold" panose="020B0600000101010101" pitchFamily="50" charset="-127"/>
              <a:ea typeface="LG스마트체 Bold" panose="020B0600000101010101" pitchFamily="50" charset="-127"/>
            </a:endParaRPr>
          </a:p>
        </p:txBody>
      </p:sp>
      <p:sp>
        <p:nvSpPr>
          <p:cNvPr id="19459" name="Rectangle 3"/>
          <p:cNvSpPr>
            <a:spLocks noChangeArrowheads="1"/>
          </p:cNvSpPr>
          <p:nvPr/>
        </p:nvSpPr>
        <p:spPr bwMode="auto">
          <a:xfrm>
            <a:off x="6184243" y="203200"/>
            <a:ext cx="2366032" cy="2930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3-6. SERVER DIRECTORY </a:t>
            </a:r>
            <a:r>
              <a:rPr lang="ko-KR" altLang="en-US" sz="1300" b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구조</a:t>
            </a:r>
            <a:endParaRPr lang="ko-KR" altLang="en-US" sz="1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460" name="Rectangle 133"/>
          <p:cNvSpPr>
            <a:spLocks noChangeArrowheads="1"/>
          </p:cNvSpPr>
          <p:nvPr/>
        </p:nvSpPr>
        <p:spPr bwMode="auto">
          <a:xfrm>
            <a:off x="112713" y="1159269"/>
            <a:ext cx="511175" cy="246863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CELL</a:t>
            </a:r>
          </a:p>
        </p:txBody>
      </p:sp>
      <p:sp>
        <p:nvSpPr>
          <p:cNvPr id="19461" name="Rectangle 134"/>
          <p:cNvSpPr>
            <a:spLocks noChangeArrowheads="1"/>
          </p:cNvSpPr>
          <p:nvPr/>
        </p:nvSpPr>
        <p:spPr bwMode="auto">
          <a:xfrm>
            <a:off x="755650" y="1159269"/>
            <a:ext cx="755650" cy="246863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</a:t>
            </a:r>
          </a:p>
        </p:txBody>
      </p:sp>
      <p:sp>
        <p:nvSpPr>
          <p:cNvPr id="19462" name="Rectangle 135"/>
          <p:cNvSpPr>
            <a:spLocks noChangeArrowheads="1"/>
          </p:cNvSpPr>
          <p:nvPr/>
        </p:nvSpPr>
        <p:spPr bwMode="auto">
          <a:xfrm>
            <a:off x="1692275" y="1159269"/>
            <a:ext cx="995363" cy="246863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HOST</a:t>
            </a:r>
          </a:p>
        </p:txBody>
      </p:sp>
      <p:sp>
        <p:nvSpPr>
          <p:cNvPr id="19463" name="Rectangle 136"/>
          <p:cNvSpPr>
            <a:spLocks noChangeArrowheads="1"/>
          </p:cNvSpPr>
          <p:nvPr/>
        </p:nvSpPr>
        <p:spPr bwMode="auto">
          <a:xfrm>
            <a:off x="3944938" y="1174657"/>
            <a:ext cx="935037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sp>
        <p:nvSpPr>
          <p:cNvPr id="19464" name="Rectangle 137"/>
          <p:cNvSpPr>
            <a:spLocks noChangeArrowheads="1"/>
          </p:cNvSpPr>
          <p:nvPr/>
        </p:nvSpPr>
        <p:spPr bwMode="auto">
          <a:xfrm>
            <a:off x="5057775" y="1001713"/>
            <a:ext cx="1106488" cy="5619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 OF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OR PANEL</a:t>
            </a:r>
          </a:p>
        </p:txBody>
      </p:sp>
      <p:cxnSp>
        <p:nvCxnSpPr>
          <p:cNvPr id="19465" name="AutoShape 138"/>
          <p:cNvCxnSpPr>
            <a:cxnSpLocks noChangeShapeType="1"/>
          </p:cNvCxnSpPr>
          <p:nvPr/>
        </p:nvCxnSpPr>
        <p:spPr bwMode="auto">
          <a:xfrm>
            <a:off x="623888" y="1282700"/>
            <a:ext cx="131762" cy="0"/>
          </a:xfrm>
          <a:prstGeom prst="straightConnector1">
            <a:avLst/>
          </a:pr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66" name="AutoShape 139"/>
          <p:cNvCxnSpPr>
            <a:cxnSpLocks noChangeShapeType="1"/>
          </p:cNvCxnSpPr>
          <p:nvPr/>
        </p:nvCxnSpPr>
        <p:spPr bwMode="auto">
          <a:xfrm>
            <a:off x="1511300" y="1282700"/>
            <a:ext cx="180975" cy="0"/>
          </a:xfrm>
          <a:prstGeom prst="straightConnector1">
            <a:avLst/>
          </a:pr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467" name="Rectangle 140"/>
          <p:cNvSpPr>
            <a:spLocks noChangeArrowheads="1"/>
          </p:cNvSpPr>
          <p:nvPr/>
        </p:nvSpPr>
        <p:spPr bwMode="auto">
          <a:xfrm>
            <a:off x="3944938" y="1461201"/>
            <a:ext cx="935037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RECIPE2</a:t>
            </a:r>
          </a:p>
        </p:txBody>
      </p:sp>
      <p:sp>
        <p:nvSpPr>
          <p:cNvPr id="19468" name="Rectangle 141"/>
          <p:cNvSpPr>
            <a:spLocks noChangeArrowheads="1"/>
          </p:cNvSpPr>
          <p:nvPr/>
        </p:nvSpPr>
        <p:spPr bwMode="auto">
          <a:xfrm>
            <a:off x="3944938" y="1751713"/>
            <a:ext cx="935037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RECIPE3</a:t>
            </a:r>
          </a:p>
        </p:txBody>
      </p:sp>
      <p:sp>
        <p:nvSpPr>
          <p:cNvPr id="19469" name="Rectangle 142"/>
          <p:cNvSpPr>
            <a:spLocks noChangeArrowheads="1"/>
          </p:cNvSpPr>
          <p:nvPr/>
        </p:nvSpPr>
        <p:spPr bwMode="auto">
          <a:xfrm>
            <a:off x="3944938" y="2040638"/>
            <a:ext cx="935037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RECIPE4</a:t>
            </a:r>
          </a:p>
        </p:txBody>
      </p:sp>
      <p:sp>
        <p:nvSpPr>
          <p:cNvPr id="19470" name="Rectangle 143"/>
          <p:cNvSpPr>
            <a:spLocks noChangeArrowheads="1"/>
          </p:cNvSpPr>
          <p:nvPr/>
        </p:nvSpPr>
        <p:spPr bwMode="auto">
          <a:xfrm>
            <a:off x="3944938" y="2331151"/>
            <a:ext cx="935037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RECIPE5</a:t>
            </a:r>
          </a:p>
        </p:txBody>
      </p:sp>
      <p:sp>
        <p:nvSpPr>
          <p:cNvPr id="19471" name="Rectangle 144"/>
          <p:cNvSpPr>
            <a:spLocks noChangeArrowheads="1"/>
          </p:cNvSpPr>
          <p:nvPr/>
        </p:nvSpPr>
        <p:spPr bwMode="auto">
          <a:xfrm>
            <a:off x="3944938" y="2621663"/>
            <a:ext cx="935037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RECIPE6</a:t>
            </a:r>
          </a:p>
        </p:txBody>
      </p:sp>
      <p:sp>
        <p:nvSpPr>
          <p:cNvPr id="19472" name="Rectangle 145"/>
          <p:cNvSpPr>
            <a:spLocks noChangeArrowheads="1"/>
          </p:cNvSpPr>
          <p:nvPr/>
        </p:nvSpPr>
        <p:spPr bwMode="auto">
          <a:xfrm>
            <a:off x="1692275" y="3554648"/>
            <a:ext cx="995363" cy="246863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INSPECTOR</a:t>
            </a:r>
          </a:p>
        </p:txBody>
      </p:sp>
      <p:sp>
        <p:nvSpPr>
          <p:cNvPr id="19473" name="Text Box 146"/>
          <p:cNvSpPr txBox="1">
            <a:spLocks noChangeArrowheads="1"/>
          </p:cNvSpPr>
          <p:nvPr/>
        </p:nvSpPr>
        <p:spPr bwMode="auto">
          <a:xfrm>
            <a:off x="4367213" y="2876868"/>
            <a:ext cx="705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6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74" name="Text Box 147"/>
          <p:cNvSpPr txBox="1">
            <a:spLocks noChangeArrowheads="1"/>
          </p:cNvSpPr>
          <p:nvPr/>
        </p:nvSpPr>
        <p:spPr bwMode="auto">
          <a:xfrm>
            <a:off x="4367213" y="2810828"/>
            <a:ext cx="705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6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75" name="Text Box 148"/>
          <p:cNvSpPr txBox="1">
            <a:spLocks noChangeArrowheads="1"/>
          </p:cNvSpPr>
          <p:nvPr/>
        </p:nvSpPr>
        <p:spPr bwMode="auto">
          <a:xfrm>
            <a:off x="4367213" y="2947988"/>
            <a:ext cx="705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6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76" name="Rectangle 149"/>
          <p:cNvSpPr>
            <a:spLocks noChangeArrowheads="1"/>
          </p:cNvSpPr>
          <p:nvPr/>
        </p:nvSpPr>
        <p:spPr bwMode="auto">
          <a:xfrm>
            <a:off x="5762625" y="3559810"/>
            <a:ext cx="933450" cy="5619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OF EACH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</a:p>
        </p:txBody>
      </p:sp>
      <p:sp>
        <p:nvSpPr>
          <p:cNvPr id="19477" name="Rectangle 151"/>
          <p:cNvSpPr>
            <a:spLocks noChangeArrowheads="1"/>
          </p:cNvSpPr>
          <p:nvPr/>
        </p:nvSpPr>
        <p:spPr bwMode="auto">
          <a:xfrm>
            <a:off x="3973513" y="6058133"/>
            <a:ext cx="1244600" cy="216086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HASH SEARCHING</a:t>
            </a:r>
          </a:p>
        </p:txBody>
      </p:sp>
      <p:sp>
        <p:nvSpPr>
          <p:cNvPr id="19478" name="Rectangle 152"/>
          <p:cNvSpPr>
            <a:spLocks noChangeArrowheads="1"/>
          </p:cNvSpPr>
          <p:nvPr/>
        </p:nvSpPr>
        <p:spPr bwMode="auto">
          <a:xfrm>
            <a:off x="1692275" y="6042745"/>
            <a:ext cx="995363" cy="246863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INDEX</a:t>
            </a:r>
          </a:p>
        </p:txBody>
      </p:sp>
      <p:grpSp>
        <p:nvGrpSpPr>
          <p:cNvPr id="19480" name="Group 154"/>
          <p:cNvGrpSpPr>
            <a:grpSpLocks/>
          </p:cNvGrpSpPr>
          <p:nvPr/>
        </p:nvGrpSpPr>
        <p:grpSpPr bwMode="auto">
          <a:xfrm>
            <a:off x="6216728" y="4137668"/>
            <a:ext cx="46038" cy="258763"/>
            <a:chOff x="4511" y="2521"/>
            <a:chExt cx="29" cy="163"/>
          </a:xfrm>
        </p:grpSpPr>
        <p:sp>
          <p:nvSpPr>
            <p:cNvPr id="19560" name="Text Box 155"/>
            <p:cNvSpPr txBox="1">
              <a:spLocks noChangeArrowheads="1"/>
            </p:cNvSpPr>
            <p:nvPr/>
          </p:nvSpPr>
          <p:spPr bwMode="auto">
            <a:xfrm>
              <a:off x="4511" y="2521"/>
              <a:ext cx="29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61" name="Text Box 156"/>
            <p:cNvSpPr txBox="1">
              <a:spLocks noChangeArrowheads="1"/>
            </p:cNvSpPr>
            <p:nvPr/>
          </p:nvSpPr>
          <p:spPr bwMode="auto">
            <a:xfrm>
              <a:off x="4511" y="2554"/>
              <a:ext cx="29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62" name="Text Box 157"/>
            <p:cNvSpPr txBox="1">
              <a:spLocks noChangeArrowheads="1"/>
            </p:cNvSpPr>
            <p:nvPr/>
          </p:nvSpPr>
          <p:spPr bwMode="auto">
            <a:xfrm>
              <a:off x="4511" y="2587"/>
              <a:ext cx="29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19481" name="Text Box 161"/>
          <p:cNvSpPr txBox="1">
            <a:spLocks noChangeArrowheads="1"/>
          </p:cNvSpPr>
          <p:nvPr/>
        </p:nvSpPr>
        <p:spPr bwMode="auto">
          <a:xfrm>
            <a:off x="4097338" y="825500"/>
            <a:ext cx="609600" cy="254000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rIns="0" anchor="ctr" anchorCtr="1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</a:t>
            </a:r>
          </a:p>
        </p:txBody>
      </p:sp>
      <p:sp>
        <p:nvSpPr>
          <p:cNvPr id="19482" name="Rectangle 162"/>
          <p:cNvSpPr>
            <a:spLocks noChangeArrowheads="1"/>
          </p:cNvSpPr>
          <p:nvPr/>
        </p:nvSpPr>
        <p:spPr bwMode="auto">
          <a:xfrm>
            <a:off x="3997325" y="3570036"/>
            <a:ext cx="768350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sp>
        <p:nvSpPr>
          <p:cNvPr id="19483" name="Rectangle 163"/>
          <p:cNvSpPr>
            <a:spLocks noChangeArrowheads="1"/>
          </p:cNvSpPr>
          <p:nvPr/>
        </p:nvSpPr>
        <p:spPr bwMode="auto">
          <a:xfrm>
            <a:off x="3997325" y="3854198"/>
            <a:ext cx="768350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RECIPE2</a:t>
            </a:r>
          </a:p>
        </p:txBody>
      </p:sp>
      <p:sp>
        <p:nvSpPr>
          <p:cNvPr id="19484" name="Rectangle 164"/>
          <p:cNvSpPr>
            <a:spLocks noChangeArrowheads="1"/>
          </p:cNvSpPr>
          <p:nvPr/>
        </p:nvSpPr>
        <p:spPr bwMode="auto">
          <a:xfrm>
            <a:off x="3997325" y="4136773"/>
            <a:ext cx="768350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RECIPE3</a:t>
            </a:r>
          </a:p>
        </p:txBody>
      </p:sp>
      <p:sp>
        <p:nvSpPr>
          <p:cNvPr id="19485" name="Rectangle 165"/>
          <p:cNvSpPr>
            <a:spLocks noChangeArrowheads="1"/>
          </p:cNvSpPr>
          <p:nvPr/>
        </p:nvSpPr>
        <p:spPr bwMode="auto">
          <a:xfrm>
            <a:off x="3997325" y="4420936"/>
            <a:ext cx="768350" cy="216086"/>
          </a:xfrm>
          <a:prstGeom prst="rect">
            <a:avLst/>
          </a:prstGeom>
          <a:solidFill>
            <a:srgbClr val="CCCC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RECIPE4</a:t>
            </a:r>
          </a:p>
        </p:txBody>
      </p:sp>
      <p:sp>
        <p:nvSpPr>
          <p:cNvPr id="19486" name="Text Box 166"/>
          <p:cNvSpPr txBox="1">
            <a:spLocks noChangeArrowheads="1"/>
          </p:cNvSpPr>
          <p:nvPr/>
        </p:nvSpPr>
        <p:spPr bwMode="auto">
          <a:xfrm>
            <a:off x="4475163" y="4647248"/>
            <a:ext cx="705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6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87" name="Text Box 167"/>
          <p:cNvSpPr txBox="1">
            <a:spLocks noChangeArrowheads="1"/>
          </p:cNvSpPr>
          <p:nvPr/>
        </p:nvSpPr>
        <p:spPr bwMode="auto">
          <a:xfrm>
            <a:off x="4475163" y="4732973"/>
            <a:ext cx="705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6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88" name="Text Box 168"/>
          <p:cNvSpPr txBox="1">
            <a:spLocks noChangeArrowheads="1"/>
          </p:cNvSpPr>
          <p:nvPr/>
        </p:nvSpPr>
        <p:spPr bwMode="auto">
          <a:xfrm>
            <a:off x="4475163" y="4818698"/>
            <a:ext cx="705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6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89" name="Text Box 169"/>
          <p:cNvSpPr txBox="1">
            <a:spLocks noChangeArrowheads="1"/>
          </p:cNvSpPr>
          <p:nvPr/>
        </p:nvSpPr>
        <p:spPr bwMode="auto">
          <a:xfrm>
            <a:off x="4044950" y="3154998"/>
            <a:ext cx="650875" cy="254000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</a:t>
            </a:r>
          </a:p>
        </p:txBody>
      </p:sp>
      <p:sp>
        <p:nvSpPr>
          <p:cNvPr id="19490" name="Rectangle 170"/>
          <p:cNvSpPr>
            <a:spLocks noChangeArrowheads="1"/>
          </p:cNvSpPr>
          <p:nvPr/>
        </p:nvSpPr>
        <p:spPr bwMode="auto">
          <a:xfrm>
            <a:off x="4849813" y="3570036"/>
            <a:ext cx="844550" cy="216086"/>
          </a:xfrm>
          <a:prstGeom prst="rect">
            <a:avLst/>
          </a:prstGeom>
          <a:solidFill>
            <a:srgbClr val="CC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CXXX0102</a:t>
            </a:r>
          </a:p>
        </p:txBody>
      </p:sp>
      <p:sp>
        <p:nvSpPr>
          <p:cNvPr id="19491" name="Rectangle 171"/>
          <p:cNvSpPr>
            <a:spLocks noChangeArrowheads="1"/>
          </p:cNvSpPr>
          <p:nvPr/>
        </p:nvSpPr>
        <p:spPr bwMode="auto">
          <a:xfrm>
            <a:off x="4857750" y="4058986"/>
            <a:ext cx="846138" cy="216086"/>
          </a:xfrm>
          <a:prstGeom prst="rect">
            <a:avLst/>
          </a:prstGeom>
          <a:solidFill>
            <a:srgbClr val="CC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CXXX0102</a:t>
            </a:r>
          </a:p>
        </p:txBody>
      </p:sp>
      <p:sp>
        <p:nvSpPr>
          <p:cNvPr id="19492" name="Rectangle 172"/>
          <p:cNvSpPr>
            <a:spLocks noChangeArrowheads="1"/>
          </p:cNvSpPr>
          <p:nvPr/>
        </p:nvSpPr>
        <p:spPr bwMode="auto">
          <a:xfrm>
            <a:off x="4868863" y="4538411"/>
            <a:ext cx="854075" cy="216086"/>
          </a:xfrm>
          <a:prstGeom prst="rect">
            <a:avLst/>
          </a:prstGeom>
          <a:solidFill>
            <a:srgbClr val="CC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CXXX0102</a:t>
            </a:r>
          </a:p>
        </p:txBody>
      </p:sp>
      <p:sp>
        <p:nvSpPr>
          <p:cNvPr id="19493" name="Text Box 173"/>
          <p:cNvSpPr txBox="1">
            <a:spLocks noChangeArrowheads="1"/>
          </p:cNvSpPr>
          <p:nvPr/>
        </p:nvSpPr>
        <p:spPr bwMode="auto">
          <a:xfrm>
            <a:off x="5240338" y="3793173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94" name="Text Box 174"/>
          <p:cNvSpPr txBox="1">
            <a:spLocks noChangeArrowheads="1"/>
          </p:cNvSpPr>
          <p:nvPr/>
        </p:nvSpPr>
        <p:spPr bwMode="auto">
          <a:xfrm>
            <a:off x="5240338" y="3845560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95" name="Text Box 175"/>
          <p:cNvSpPr txBox="1">
            <a:spLocks noChangeArrowheads="1"/>
          </p:cNvSpPr>
          <p:nvPr/>
        </p:nvSpPr>
        <p:spPr bwMode="auto">
          <a:xfrm>
            <a:off x="5240338" y="3897948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96" name="Text Box 176"/>
          <p:cNvSpPr txBox="1">
            <a:spLocks noChangeArrowheads="1"/>
          </p:cNvSpPr>
          <p:nvPr/>
        </p:nvSpPr>
        <p:spPr bwMode="auto">
          <a:xfrm>
            <a:off x="5251450" y="4272598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97" name="Text Box 177"/>
          <p:cNvSpPr txBox="1">
            <a:spLocks noChangeArrowheads="1"/>
          </p:cNvSpPr>
          <p:nvPr/>
        </p:nvSpPr>
        <p:spPr bwMode="auto">
          <a:xfrm>
            <a:off x="5251450" y="4324985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98" name="Text Box 178"/>
          <p:cNvSpPr txBox="1">
            <a:spLocks noChangeArrowheads="1"/>
          </p:cNvSpPr>
          <p:nvPr/>
        </p:nvSpPr>
        <p:spPr bwMode="auto">
          <a:xfrm>
            <a:off x="5251450" y="4377373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499" name="Text Box 179"/>
          <p:cNvSpPr txBox="1">
            <a:spLocks noChangeArrowheads="1"/>
          </p:cNvSpPr>
          <p:nvPr/>
        </p:nvSpPr>
        <p:spPr bwMode="auto">
          <a:xfrm>
            <a:off x="5262563" y="4763135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500" name="Text Box 180"/>
          <p:cNvSpPr txBox="1">
            <a:spLocks noChangeArrowheads="1"/>
          </p:cNvSpPr>
          <p:nvPr/>
        </p:nvSpPr>
        <p:spPr bwMode="auto">
          <a:xfrm>
            <a:off x="5262563" y="4815523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501" name="Text Box 181"/>
          <p:cNvSpPr txBox="1">
            <a:spLocks noChangeArrowheads="1"/>
          </p:cNvSpPr>
          <p:nvPr/>
        </p:nvSpPr>
        <p:spPr bwMode="auto">
          <a:xfrm>
            <a:off x="5262563" y="4867910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4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502" name="Rectangle 183"/>
          <p:cNvSpPr>
            <a:spLocks noChangeArrowheads="1"/>
          </p:cNvSpPr>
          <p:nvPr/>
        </p:nvSpPr>
        <p:spPr bwMode="auto">
          <a:xfrm>
            <a:off x="2874963" y="3554648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19503" name="Rectangle 184"/>
          <p:cNvSpPr>
            <a:spLocks noChangeArrowheads="1"/>
          </p:cNvSpPr>
          <p:nvPr/>
        </p:nvSpPr>
        <p:spPr bwMode="auto">
          <a:xfrm>
            <a:off x="2874963" y="3950729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sp>
        <p:nvSpPr>
          <p:cNvPr id="19504" name="Rectangle 185"/>
          <p:cNvSpPr>
            <a:spLocks noChangeArrowheads="1"/>
          </p:cNvSpPr>
          <p:nvPr/>
        </p:nvSpPr>
        <p:spPr bwMode="auto">
          <a:xfrm>
            <a:off x="2874963" y="4648205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11</a:t>
            </a:r>
          </a:p>
        </p:txBody>
      </p:sp>
      <p:sp>
        <p:nvSpPr>
          <p:cNvPr id="19505" name="Rectangle 186"/>
          <p:cNvSpPr>
            <a:spLocks noChangeArrowheads="1"/>
          </p:cNvSpPr>
          <p:nvPr/>
        </p:nvSpPr>
        <p:spPr bwMode="auto">
          <a:xfrm>
            <a:off x="2874963" y="4997661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12</a:t>
            </a:r>
          </a:p>
        </p:txBody>
      </p:sp>
      <p:cxnSp>
        <p:nvCxnSpPr>
          <p:cNvPr id="19506" name="AutoShape 187"/>
          <p:cNvCxnSpPr>
            <a:cxnSpLocks noChangeShapeType="1"/>
            <a:stCxn id="19472" idx="3"/>
            <a:endCxn id="19503" idx="1"/>
          </p:cNvCxnSpPr>
          <p:nvPr/>
        </p:nvCxnSpPr>
        <p:spPr bwMode="auto">
          <a:xfrm>
            <a:off x="2687638" y="3678080"/>
            <a:ext cx="187325" cy="39608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9508" name="Group 189"/>
          <p:cNvGrpSpPr>
            <a:grpSpLocks/>
          </p:cNvGrpSpPr>
          <p:nvPr/>
        </p:nvGrpSpPr>
        <p:grpSpPr bwMode="auto">
          <a:xfrm>
            <a:off x="3019425" y="4202748"/>
            <a:ext cx="69850" cy="468312"/>
            <a:chOff x="1442" y="1227"/>
            <a:chExt cx="44" cy="295"/>
          </a:xfrm>
        </p:grpSpPr>
        <p:sp>
          <p:nvSpPr>
            <p:cNvPr id="19557" name="Text Box 190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6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58" name="Text Box 191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6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59" name="Text Box 192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6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19509" name="Text Box 193"/>
          <p:cNvSpPr txBox="1">
            <a:spLocks noChangeArrowheads="1"/>
          </p:cNvSpPr>
          <p:nvPr/>
        </p:nvSpPr>
        <p:spPr bwMode="auto">
          <a:xfrm>
            <a:off x="2938463" y="3154998"/>
            <a:ext cx="271462" cy="254000"/>
          </a:xfrm>
          <a:prstGeom prst="rect">
            <a:avLst/>
          </a:prstGeom>
          <a:solidFill>
            <a:srgbClr val="CCFF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</a:p>
        </p:txBody>
      </p:sp>
      <p:sp>
        <p:nvSpPr>
          <p:cNvPr id="19510" name="Rectangle 194"/>
          <p:cNvSpPr>
            <a:spLocks noChangeArrowheads="1"/>
          </p:cNvSpPr>
          <p:nvPr/>
        </p:nvSpPr>
        <p:spPr bwMode="auto">
          <a:xfrm>
            <a:off x="3421063" y="3554648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19511" name="Rectangle 195"/>
          <p:cNvSpPr>
            <a:spLocks noChangeArrowheads="1"/>
          </p:cNvSpPr>
          <p:nvPr/>
        </p:nvSpPr>
        <p:spPr bwMode="auto">
          <a:xfrm>
            <a:off x="3421063" y="3938029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sp>
        <p:nvSpPr>
          <p:cNvPr id="19512" name="Rectangle 196"/>
          <p:cNvSpPr>
            <a:spLocks noChangeArrowheads="1"/>
          </p:cNvSpPr>
          <p:nvPr/>
        </p:nvSpPr>
        <p:spPr bwMode="auto">
          <a:xfrm>
            <a:off x="3421063" y="4648205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30</a:t>
            </a:r>
          </a:p>
        </p:txBody>
      </p:sp>
      <p:sp>
        <p:nvSpPr>
          <p:cNvPr id="19513" name="Rectangle 197"/>
          <p:cNvSpPr>
            <a:spLocks noChangeArrowheads="1"/>
          </p:cNvSpPr>
          <p:nvPr/>
        </p:nvSpPr>
        <p:spPr bwMode="auto">
          <a:xfrm>
            <a:off x="3421063" y="4997661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31</a:t>
            </a:r>
          </a:p>
        </p:txBody>
      </p:sp>
      <p:grpSp>
        <p:nvGrpSpPr>
          <p:cNvPr id="19514" name="Group 198"/>
          <p:cNvGrpSpPr>
            <a:grpSpLocks/>
          </p:cNvGrpSpPr>
          <p:nvPr/>
        </p:nvGrpSpPr>
        <p:grpSpPr bwMode="auto">
          <a:xfrm>
            <a:off x="3590925" y="4190048"/>
            <a:ext cx="69850" cy="468312"/>
            <a:chOff x="1442" y="1227"/>
            <a:chExt cx="44" cy="295"/>
          </a:xfrm>
        </p:grpSpPr>
        <p:sp>
          <p:nvSpPr>
            <p:cNvPr id="19554" name="Text Box 199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6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55" name="Text Box 200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6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56" name="Text Box 201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6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19515" name="Text Box 202"/>
          <p:cNvSpPr txBox="1">
            <a:spLocks noChangeArrowheads="1"/>
          </p:cNvSpPr>
          <p:nvPr/>
        </p:nvSpPr>
        <p:spPr bwMode="auto">
          <a:xfrm>
            <a:off x="3470275" y="3154998"/>
            <a:ext cx="271463" cy="254000"/>
          </a:xfrm>
          <a:prstGeom prst="rect">
            <a:avLst/>
          </a:prstGeom>
          <a:solidFill>
            <a:srgbClr val="CCFF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19516" name="AutoShape 203"/>
          <p:cNvCxnSpPr>
            <a:cxnSpLocks noChangeShapeType="1"/>
            <a:stCxn id="19502" idx="3"/>
            <a:endCxn id="19511" idx="1"/>
          </p:cNvCxnSpPr>
          <p:nvPr/>
        </p:nvCxnSpPr>
        <p:spPr bwMode="auto">
          <a:xfrm>
            <a:off x="3263900" y="3678080"/>
            <a:ext cx="157163" cy="38338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17" name="AutoShape 204"/>
          <p:cNvCxnSpPr>
            <a:cxnSpLocks noChangeShapeType="1"/>
            <a:stCxn id="19502" idx="3"/>
            <a:endCxn id="19512" idx="1"/>
          </p:cNvCxnSpPr>
          <p:nvPr/>
        </p:nvCxnSpPr>
        <p:spPr bwMode="auto">
          <a:xfrm>
            <a:off x="3263900" y="3678080"/>
            <a:ext cx="157163" cy="109355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18" name="AutoShape 205"/>
          <p:cNvCxnSpPr>
            <a:cxnSpLocks noChangeShapeType="1"/>
            <a:stCxn id="19502" idx="3"/>
            <a:endCxn id="19513" idx="1"/>
          </p:cNvCxnSpPr>
          <p:nvPr/>
        </p:nvCxnSpPr>
        <p:spPr bwMode="auto">
          <a:xfrm>
            <a:off x="3263900" y="3678080"/>
            <a:ext cx="157163" cy="144301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19" name="AutoShape 206"/>
          <p:cNvCxnSpPr>
            <a:cxnSpLocks noChangeShapeType="1"/>
            <a:stCxn id="19463" idx="3"/>
            <a:endCxn id="19464" idx="1"/>
          </p:cNvCxnSpPr>
          <p:nvPr/>
        </p:nvCxnSpPr>
        <p:spPr bwMode="auto">
          <a:xfrm>
            <a:off x="4879975" y="1282700"/>
            <a:ext cx="177800" cy="1"/>
          </a:xfrm>
          <a:prstGeom prst="straightConnector1">
            <a:avLst/>
          </a:prstGeom>
          <a:noFill/>
          <a:ln w="9525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0" name="AutoShape 207"/>
          <p:cNvCxnSpPr>
            <a:cxnSpLocks noChangeShapeType="1"/>
            <a:stCxn id="19510" idx="3"/>
            <a:endCxn id="19482" idx="1"/>
          </p:cNvCxnSpPr>
          <p:nvPr/>
        </p:nvCxnSpPr>
        <p:spPr bwMode="auto">
          <a:xfrm flipV="1">
            <a:off x="3810000" y="3678079"/>
            <a:ext cx="187325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1" name="AutoShape 208"/>
          <p:cNvCxnSpPr>
            <a:cxnSpLocks noChangeShapeType="1"/>
            <a:stCxn id="19510" idx="3"/>
            <a:endCxn id="19483" idx="1"/>
          </p:cNvCxnSpPr>
          <p:nvPr/>
        </p:nvCxnSpPr>
        <p:spPr bwMode="auto">
          <a:xfrm>
            <a:off x="3810000" y="3678080"/>
            <a:ext cx="187325" cy="28416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2" name="AutoShape 209"/>
          <p:cNvCxnSpPr>
            <a:cxnSpLocks noChangeShapeType="1"/>
            <a:stCxn id="19510" idx="3"/>
            <a:endCxn id="19484" idx="1"/>
          </p:cNvCxnSpPr>
          <p:nvPr/>
        </p:nvCxnSpPr>
        <p:spPr bwMode="auto">
          <a:xfrm>
            <a:off x="3810000" y="3678080"/>
            <a:ext cx="187325" cy="56673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3" name="AutoShape 210"/>
          <p:cNvCxnSpPr>
            <a:cxnSpLocks noChangeShapeType="1"/>
            <a:stCxn id="19510" idx="3"/>
            <a:endCxn id="19485" idx="1"/>
          </p:cNvCxnSpPr>
          <p:nvPr/>
        </p:nvCxnSpPr>
        <p:spPr bwMode="auto">
          <a:xfrm>
            <a:off x="3810000" y="3678080"/>
            <a:ext cx="187325" cy="850899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4" name="AutoShape 211"/>
          <p:cNvCxnSpPr>
            <a:cxnSpLocks noChangeShapeType="1"/>
            <a:stCxn id="19472" idx="3"/>
            <a:endCxn id="19504" idx="1"/>
          </p:cNvCxnSpPr>
          <p:nvPr/>
        </p:nvCxnSpPr>
        <p:spPr bwMode="auto">
          <a:xfrm>
            <a:off x="2687638" y="3678080"/>
            <a:ext cx="187325" cy="109355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5" name="AutoShape 212"/>
          <p:cNvCxnSpPr>
            <a:cxnSpLocks noChangeShapeType="1"/>
            <a:stCxn id="19472" idx="3"/>
            <a:endCxn id="19505" idx="1"/>
          </p:cNvCxnSpPr>
          <p:nvPr/>
        </p:nvCxnSpPr>
        <p:spPr bwMode="auto">
          <a:xfrm>
            <a:off x="2687638" y="3678080"/>
            <a:ext cx="187325" cy="144301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6" name="AutoShape 213"/>
          <p:cNvCxnSpPr>
            <a:cxnSpLocks noChangeShapeType="1"/>
            <a:stCxn id="19502" idx="3"/>
            <a:endCxn id="19510" idx="1"/>
          </p:cNvCxnSpPr>
          <p:nvPr/>
        </p:nvCxnSpPr>
        <p:spPr bwMode="auto">
          <a:xfrm>
            <a:off x="3263900" y="3678080"/>
            <a:ext cx="157163" cy="0"/>
          </a:xfrm>
          <a:prstGeom prst="straightConnector1">
            <a:avLst/>
          </a:prstGeom>
          <a:noFill/>
          <a:ln w="952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7" name="AutoShape 214"/>
          <p:cNvCxnSpPr>
            <a:cxnSpLocks noChangeShapeType="1"/>
            <a:stCxn id="19461" idx="3"/>
            <a:endCxn id="19478" idx="1"/>
          </p:cNvCxnSpPr>
          <p:nvPr/>
        </p:nvCxnSpPr>
        <p:spPr bwMode="auto">
          <a:xfrm>
            <a:off x="1511300" y="1282701"/>
            <a:ext cx="180975" cy="488347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8" name="AutoShape 215"/>
          <p:cNvCxnSpPr>
            <a:cxnSpLocks noChangeShapeType="1"/>
            <a:stCxn id="19462" idx="3"/>
            <a:endCxn id="19463" idx="1"/>
          </p:cNvCxnSpPr>
          <p:nvPr/>
        </p:nvCxnSpPr>
        <p:spPr bwMode="auto">
          <a:xfrm flipV="1">
            <a:off x="2687638" y="1282700"/>
            <a:ext cx="1257300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29" name="AutoShape 216"/>
          <p:cNvCxnSpPr>
            <a:cxnSpLocks noChangeShapeType="1"/>
            <a:stCxn id="19462" idx="3"/>
            <a:endCxn id="19467" idx="1"/>
          </p:cNvCxnSpPr>
          <p:nvPr/>
        </p:nvCxnSpPr>
        <p:spPr bwMode="auto">
          <a:xfrm>
            <a:off x="2687638" y="1282701"/>
            <a:ext cx="1257300" cy="28654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30" name="AutoShape 217"/>
          <p:cNvCxnSpPr>
            <a:cxnSpLocks noChangeShapeType="1"/>
            <a:stCxn id="19462" idx="3"/>
            <a:endCxn id="19468" idx="1"/>
          </p:cNvCxnSpPr>
          <p:nvPr/>
        </p:nvCxnSpPr>
        <p:spPr bwMode="auto">
          <a:xfrm>
            <a:off x="2687638" y="1282701"/>
            <a:ext cx="1257300" cy="57705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31" name="AutoShape 218"/>
          <p:cNvCxnSpPr>
            <a:cxnSpLocks noChangeShapeType="1"/>
            <a:stCxn id="19462" idx="3"/>
            <a:endCxn id="19469" idx="1"/>
          </p:cNvCxnSpPr>
          <p:nvPr/>
        </p:nvCxnSpPr>
        <p:spPr bwMode="auto">
          <a:xfrm>
            <a:off x="2687638" y="1282701"/>
            <a:ext cx="1257300" cy="86598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32" name="AutoShape 219"/>
          <p:cNvCxnSpPr>
            <a:cxnSpLocks noChangeShapeType="1"/>
            <a:stCxn id="19462" idx="3"/>
            <a:endCxn id="19470" idx="1"/>
          </p:cNvCxnSpPr>
          <p:nvPr/>
        </p:nvCxnSpPr>
        <p:spPr bwMode="auto">
          <a:xfrm>
            <a:off x="2687638" y="1282701"/>
            <a:ext cx="1257300" cy="115649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33" name="AutoShape 220"/>
          <p:cNvCxnSpPr>
            <a:cxnSpLocks noChangeShapeType="1"/>
            <a:stCxn id="19462" idx="3"/>
            <a:endCxn id="19471" idx="1"/>
          </p:cNvCxnSpPr>
          <p:nvPr/>
        </p:nvCxnSpPr>
        <p:spPr bwMode="auto">
          <a:xfrm>
            <a:off x="2687638" y="1282701"/>
            <a:ext cx="1257300" cy="144700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34" name="AutoShape 221"/>
          <p:cNvCxnSpPr>
            <a:cxnSpLocks noChangeShapeType="1"/>
            <a:stCxn id="19461" idx="3"/>
            <a:endCxn id="19472" idx="1"/>
          </p:cNvCxnSpPr>
          <p:nvPr/>
        </p:nvCxnSpPr>
        <p:spPr bwMode="auto">
          <a:xfrm>
            <a:off x="1511300" y="1282701"/>
            <a:ext cx="180975" cy="2395379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35" name="AutoShape 222"/>
          <p:cNvCxnSpPr>
            <a:cxnSpLocks noChangeShapeType="1"/>
            <a:stCxn id="19482" idx="3"/>
            <a:endCxn id="19490" idx="1"/>
          </p:cNvCxnSpPr>
          <p:nvPr/>
        </p:nvCxnSpPr>
        <p:spPr bwMode="auto">
          <a:xfrm>
            <a:off x="4765675" y="3678079"/>
            <a:ext cx="84138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9538" name="Group 226"/>
          <p:cNvGrpSpPr>
            <a:grpSpLocks/>
          </p:cNvGrpSpPr>
          <p:nvPr/>
        </p:nvGrpSpPr>
        <p:grpSpPr bwMode="auto">
          <a:xfrm>
            <a:off x="7247016" y="4134493"/>
            <a:ext cx="46038" cy="258763"/>
            <a:chOff x="4511" y="2521"/>
            <a:chExt cx="29" cy="163"/>
          </a:xfrm>
        </p:grpSpPr>
        <p:sp>
          <p:nvSpPr>
            <p:cNvPr id="19551" name="Text Box 227"/>
            <p:cNvSpPr txBox="1">
              <a:spLocks noChangeArrowheads="1"/>
            </p:cNvSpPr>
            <p:nvPr/>
          </p:nvSpPr>
          <p:spPr bwMode="auto">
            <a:xfrm>
              <a:off x="4511" y="2521"/>
              <a:ext cx="29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52" name="Text Box 228"/>
            <p:cNvSpPr txBox="1">
              <a:spLocks noChangeArrowheads="1"/>
            </p:cNvSpPr>
            <p:nvPr/>
          </p:nvSpPr>
          <p:spPr bwMode="auto">
            <a:xfrm>
              <a:off x="4511" y="2554"/>
              <a:ext cx="29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19553" name="Text Box 229"/>
            <p:cNvSpPr txBox="1">
              <a:spLocks noChangeArrowheads="1"/>
            </p:cNvSpPr>
            <p:nvPr/>
          </p:nvSpPr>
          <p:spPr bwMode="auto">
            <a:xfrm>
              <a:off x="4511" y="2587"/>
              <a:ext cx="29" cy="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">
                  <a:solidFill>
                    <a:srgbClr val="00000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19539" name="Rectangle 231"/>
          <p:cNvSpPr>
            <a:spLocks noChangeArrowheads="1"/>
          </p:cNvSpPr>
          <p:nvPr/>
        </p:nvSpPr>
        <p:spPr bwMode="auto">
          <a:xfrm>
            <a:off x="6807200" y="3549343"/>
            <a:ext cx="933450" cy="5619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 OF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</a:p>
        </p:txBody>
      </p:sp>
      <p:sp>
        <p:nvSpPr>
          <p:cNvPr id="19541" name="Line 239"/>
          <p:cNvSpPr>
            <a:spLocks noChangeShapeType="1"/>
          </p:cNvSpPr>
          <p:nvPr/>
        </p:nvSpPr>
        <p:spPr bwMode="auto">
          <a:xfrm>
            <a:off x="3857625" y="899240"/>
            <a:ext cx="15875" cy="56784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542" name="Text Box 241"/>
          <p:cNvSpPr txBox="1">
            <a:spLocks noChangeArrowheads="1"/>
          </p:cNvSpPr>
          <p:nvPr/>
        </p:nvSpPr>
        <p:spPr bwMode="auto">
          <a:xfrm>
            <a:off x="3873500" y="6475254"/>
            <a:ext cx="15843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ko-KR" sz="1200" b="1">
                <a:solidFill>
                  <a:srgbClr val="00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ko-KR" altLang="en-US" sz="1200" b="1">
                <a:solidFill>
                  <a:srgbClr val="00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생성 영역</a:t>
            </a:r>
          </a:p>
        </p:txBody>
      </p:sp>
      <p:sp>
        <p:nvSpPr>
          <p:cNvPr id="19543" name="Text Box 253"/>
          <p:cNvSpPr txBox="1">
            <a:spLocks noChangeArrowheads="1"/>
          </p:cNvSpPr>
          <p:nvPr/>
        </p:nvSpPr>
        <p:spPr bwMode="auto">
          <a:xfrm>
            <a:off x="4868863" y="3166110"/>
            <a:ext cx="819150" cy="2540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993366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EQP UNIT_ID</a:t>
            </a:r>
          </a:p>
        </p:txBody>
      </p:sp>
      <p:sp>
        <p:nvSpPr>
          <p:cNvPr id="19544" name="Rectangle 145"/>
          <p:cNvSpPr>
            <a:spLocks noChangeArrowheads="1"/>
          </p:cNvSpPr>
          <p:nvPr/>
        </p:nvSpPr>
        <p:spPr bwMode="auto">
          <a:xfrm>
            <a:off x="1692275" y="5487035"/>
            <a:ext cx="995363" cy="247650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ADR_PTN</a:t>
            </a:r>
          </a:p>
        </p:txBody>
      </p:sp>
      <p:cxnSp>
        <p:nvCxnSpPr>
          <p:cNvPr id="19545" name="AutoShape 214"/>
          <p:cNvCxnSpPr>
            <a:cxnSpLocks noChangeShapeType="1"/>
            <a:stCxn id="19461" idx="3"/>
            <a:endCxn id="19544" idx="1"/>
          </p:cNvCxnSpPr>
          <p:nvPr/>
        </p:nvCxnSpPr>
        <p:spPr bwMode="auto">
          <a:xfrm>
            <a:off x="1511300" y="1282701"/>
            <a:ext cx="180975" cy="4328159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00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546" name="Rectangle 172"/>
          <p:cNvSpPr>
            <a:spLocks noChangeArrowheads="1"/>
          </p:cNvSpPr>
          <p:nvPr/>
        </p:nvSpPr>
        <p:spPr bwMode="auto">
          <a:xfrm>
            <a:off x="4868863" y="5502817"/>
            <a:ext cx="854075" cy="216086"/>
          </a:xfrm>
          <a:prstGeom prst="rect">
            <a:avLst/>
          </a:prstGeom>
          <a:solidFill>
            <a:srgbClr val="CC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CXXX0102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1352550" y="5303516"/>
            <a:ext cx="6769100" cy="609680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defRPr/>
            </a:pPr>
            <a:endParaRPr lang="ko-KR" altLang="en-US" sz="14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549" name="Rectangle 231"/>
          <p:cNvSpPr>
            <a:spLocks noChangeArrowheads="1"/>
          </p:cNvSpPr>
          <p:nvPr/>
        </p:nvSpPr>
        <p:spPr bwMode="auto">
          <a:xfrm>
            <a:off x="6807200" y="5329873"/>
            <a:ext cx="933450" cy="5619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FILE OF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GLASS</a:t>
            </a:r>
          </a:p>
        </p:txBody>
      </p:sp>
      <p:cxnSp>
        <p:nvCxnSpPr>
          <p:cNvPr id="19550" name="AutoShape 220"/>
          <p:cNvCxnSpPr>
            <a:cxnSpLocks noChangeShapeType="1"/>
            <a:stCxn id="19546" idx="3"/>
            <a:endCxn id="19549" idx="1"/>
          </p:cNvCxnSpPr>
          <p:nvPr/>
        </p:nvCxnSpPr>
        <p:spPr bwMode="auto">
          <a:xfrm>
            <a:off x="5722938" y="5610860"/>
            <a:ext cx="1084262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33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" name="직선 연결선 21"/>
          <p:cNvCxnSpPr>
            <a:stCxn id="19544" idx="3"/>
            <a:endCxn id="19546" idx="1"/>
          </p:cNvCxnSpPr>
          <p:nvPr/>
        </p:nvCxnSpPr>
        <p:spPr>
          <a:xfrm>
            <a:off x="2687638" y="5610860"/>
            <a:ext cx="2181225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직선 연결선 129"/>
          <p:cNvCxnSpPr/>
          <p:nvPr/>
        </p:nvCxnSpPr>
        <p:spPr>
          <a:xfrm flipV="1">
            <a:off x="2687638" y="6166176"/>
            <a:ext cx="1285875" cy="1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51"/>
          <p:cNvSpPr>
            <a:spLocks noChangeArrowheads="1"/>
          </p:cNvSpPr>
          <p:nvPr/>
        </p:nvSpPr>
        <p:spPr bwMode="auto">
          <a:xfrm>
            <a:off x="3973513" y="6307688"/>
            <a:ext cx="1244600" cy="216086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800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HASH SEARCHING</a:t>
            </a:r>
          </a:p>
        </p:txBody>
      </p:sp>
      <p:sp>
        <p:nvSpPr>
          <p:cNvPr id="109" name="Rectangle 152"/>
          <p:cNvSpPr>
            <a:spLocks noChangeArrowheads="1"/>
          </p:cNvSpPr>
          <p:nvPr/>
        </p:nvSpPr>
        <p:spPr bwMode="auto">
          <a:xfrm>
            <a:off x="3032918" y="6292300"/>
            <a:ext cx="576263" cy="246863"/>
          </a:xfrm>
          <a:prstGeom prst="rect">
            <a:avLst/>
          </a:prstGeom>
          <a:solidFill>
            <a:srgbClr val="FFFF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square" lIns="92075" tIns="46038" rIns="92075" bIns="46038" anchor="ctr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00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LOT</a:t>
            </a:r>
          </a:p>
        </p:txBody>
      </p:sp>
      <p:sp>
        <p:nvSpPr>
          <p:cNvPr id="3" name="자유형 2"/>
          <p:cNvSpPr/>
          <p:nvPr/>
        </p:nvSpPr>
        <p:spPr>
          <a:xfrm>
            <a:off x="2834640" y="6164580"/>
            <a:ext cx="182880" cy="190500"/>
          </a:xfrm>
          <a:custGeom>
            <a:avLst/>
            <a:gdLst>
              <a:gd name="connsiteX0" fmla="*/ 0 w 182880"/>
              <a:gd name="connsiteY0" fmla="*/ 0 h 190500"/>
              <a:gd name="connsiteX1" fmla="*/ 0 w 182880"/>
              <a:gd name="connsiteY1" fmla="*/ 190500 h 190500"/>
              <a:gd name="connsiteX2" fmla="*/ 182880 w 182880"/>
              <a:gd name="connsiteY2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880" h="190500">
                <a:moveTo>
                  <a:pt x="0" y="0"/>
                </a:moveTo>
                <a:lnTo>
                  <a:pt x="0" y="190500"/>
                </a:lnTo>
                <a:lnTo>
                  <a:pt x="182880" y="190500"/>
                </a:lnTo>
              </a:path>
            </a:pathLst>
          </a:custGeom>
          <a:noFill/>
          <a:ln w="3175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1" name="직선 연결선 110"/>
          <p:cNvCxnSpPr>
            <a:stCxn id="109" idx="3"/>
            <a:endCxn id="107" idx="1"/>
          </p:cNvCxnSpPr>
          <p:nvPr/>
        </p:nvCxnSpPr>
        <p:spPr>
          <a:xfrm flipV="1">
            <a:off x="3609181" y="6415731"/>
            <a:ext cx="364332" cy="1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/>
          <p:cNvSpPr/>
          <p:nvPr/>
        </p:nvSpPr>
        <p:spPr>
          <a:xfrm>
            <a:off x="8265368" y="5239814"/>
            <a:ext cx="1008112" cy="66600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solidFill>
                  <a:schemeClr val="tx1"/>
                </a:solidFill>
              </a:rPr>
              <a:t>확인 필요</a:t>
            </a:r>
            <a:r>
              <a:rPr lang="en-US" altLang="ko-KR" sz="1400">
                <a:solidFill>
                  <a:schemeClr val="tx1"/>
                </a:solidFill>
              </a:rPr>
              <a:t>(AP4 ,E5 </a:t>
            </a:r>
            <a:r>
              <a:rPr lang="ko-KR" altLang="en-US" sz="1400" err="1">
                <a:solidFill>
                  <a:schemeClr val="tx1"/>
                </a:solidFill>
              </a:rPr>
              <a:t>사양다름</a:t>
            </a:r>
            <a:r>
              <a:rPr lang="en-US" altLang="ko-KR" sz="1400">
                <a:solidFill>
                  <a:schemeClr val="tx1"/>
                </a:solidFill>
              </a:rPr>
              <a:t>)</a:t>
            </a:r>
            <a:endParaRPr lang="ko-KR" altLang="en-US" sz="1400" err="1">
              <a:solidFill>
                <a:schemeClr val="tx1"/>
              </a:solidFill>
            </a:endParaRPr>
          </a:p>
        </p:txBody>
      </p:sp>
      <p:cxnSp>
        <p:nvCxnSpPr>
          <p:cNvPr id="11" name="직선 연결선 10"/>
          <p:cNvCxnSpPr>
            <a:stCxn id="19472" idx="3"/>
            <a:endCxn id="19502" idx="1"/>
          </p:cNvCxnSpPr>
          <p:nvPr/>
        </p:nvCxnSpPr>
        <p:spPr>
          <a:xfrm>
            <a:off x="2687638" y="3678080"/>
            <a:ext cx="187325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/>
          <p:cNvCxnSpPr>
            <a:stCxn id="19490" idx="3"/>
          </p:cNvCxnSpPr>
          <p:nvPr/>
        </p:nvCxnSpPr>
        <p:spPr>
          <a:xfrm>
            <a:off x="5694363" y="3678079"/>
            <a:ext cx="68262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/>
          <p:cNvCxnSpPr/>
          <p:nvPr/>
        </p:nvCxnSpPr>
        <p:spPr>
          <a:xfrm>
            <a:off x="6696075" y="3678079"/>
            <a:ext cx="111125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3. DIRECTORY &amp; FILE RULE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0483" name="Rectangle 3"/>
          <p:cNvSpPr>
            <a:spLocks noChangeArrowheads="1"/>
          </p:cNvSpPr>
          <p:nvPr/>
        </p:nvSpPr>
        <p:spPr bwMode="auto">
          <a:xfrm>
            <a:off x="5970588" y="203200"/>
            <a:ext cx="2579687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3-6. SERVER DIRECTORY </a:t>
            </a:r>
            <a:r>
              <a:rPr lang="ko-KR" altLang="en-US" sz="1300" b="1"/>
              <a:t>구조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0556" name="Line 452"/>
          <p:cNvSpPr>
            <a:spLocks noChangeShapeType="1"/>
          </p:cNvSpPr>
          <p:nvPr/>
        </p:nvSpPr>
        <p:spPr bwMode="auto">
          <a:xfrm>
            <a:off x="3741420" y="651293"/>
            <a:ext cx="0" cy="58880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tIns="36000" bIns="36000"/>
          <a:lstStyle/>
          <a:p>
            <a:endParaRPr lang="ko-KR" altLang="en-US"/>
          </a:p>
        </p:txBody>
      </p:sp>
      <p:sp>
        <p:nvSpPr>
          <p:cNvPr id="188" name="Rectangle 6"/>
          <p:cNvSpPr>
            <a:spLocks noChangeArrowheads="1"/>
          </p:cNvSpPr>
          <p:nvPr/>
        </p:nvSpPr>
        <p:spPr bwMode="auto">
          <a:xfrm>
            <a:off x="827088" y="1006793"/>
            <a:ext cx="611187" cy="2571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</a:p>
        </p:txBody>
      </p:sp>
      <p:sp>
        <p:nvSpPr>
          <p:cNvPr id="189" name="Rectangle 7"/>
          <p:cNvSpPr>
            <a:spLocks noChangeArrowheads="1"/>
          </p:cNvSpPr>
          <p:nvPr/>
        </p:nvSpPr>
        <p:spPr bwMode="auto">
          <a:xfrm>
            <a:off x="1679575" y="930593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cxnSp>
        <p:nvCxnSpPr>
          <p:cNvPr id="190" name="AutoShape 8"/>
          <p:cNvCxnSpPr>
            <a:cxnSpLocks noChangeShapeType="1"/>
          </p:cNvCxnSpPr>
          <p:nvPr/>
        </p:nvCxnSpPr>
        <p:spPr bwMode="auto">
          <a:xfrm flipV="1">
            <a:off x="1438275" y="1137761"/>
            <a:ext cx="241300" cy="4762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1" name="Rectangle 9"/>
          <p:cNvSpPr>
            <a:spLocks noChangeArrowheads="1"/>
          </p:cNvSpPr>
          <p:nvPr/>
        </p:nvSpPr>
        <p:spPr bwMode="auto">
          <a:xfrm>
            <a:off x="1679575" y="3657918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REF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sp>
        <p:nvSpPr>
          <p:cNvPr id="192" name="Rectangle 10"/>
          <p:cNvSpPr>
            <a:spLocks noChangeArrowheads="1"/>
          </p:cNvSpPr>
          <p:nvPr/>
        </p:nvSpPr>
        <p:spPr bwMode="auto">
          <a:xfrm>
            <a:off x="5702300" y="946468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OF EACH LOT</a:t>
            </a:r>
          </a:p>
        </p:txBody>
      </p:sp>
      <p:sp>
        <p:nvSpPr>
          <p:cNvPr id="193" name="Rectangle 11"/>
          <p:cNvSpPr>
            <a:spLocks noChangeArrowheads="1"/>
          </p:cNvSpPr>
          <p:nvPr/>
        </p:nvSpPr>
        <p:spPr bwMode="auto">
          <a:xfrm>
            <a:off x="6783388" y="955461"/>
            <a:ext cx="1066800" cy="3598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</p:txBody>
      </p:sp>
      <p:cxnSp>
        <p:nvCxnSpPr>
          <p:cNvPr id="194" name="AutoShape 12"/>
          <p:cNvCxnSpPr>
            <a:cxnSpLocks noChangeShapeType="1"/>
          </p:cNvCxnSpPr>
          <p:nvPr/>
        </p:nvCxnSpPr>
        <p:spPr bwMode="auto">
          <a:xfrm>
            <a:off x="6673850" y="1140142"/>
            <a:ext cx="109538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5" name="Text Box 13"/>
          <p:cNvSpPr txBox="1">
            <a:spLocks noChangeArrowheads="1"/>
          </p:cNvSpPr>
          <p:nvPr/>
        </p:nvSpPr>
        <p:spPr bwMode="auto">
          <a:xfrm>
            <a:off x="6192838" y="13195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6" name="Text Box 14"/>
          <p:cNvSpPr txBox="1">
            <a:spLocks noChangeArrowheads="1"/>
          </p:cNvSpPr>
          <p:nvPr/>
        </p:nvSpPr>
        <p:spPr bwMode="auto">
          <a:xfrm>
            <a:off x="6192838" y="13719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7" name="Text Box 15"/>
          <p:cNvSpPr txBox="1">
            <a:spLocks noChangeArrowheads="1"/>
          </p:cNvSpPr>
          <p:nvPr/>
        </p:nvSpPr>
        <p:spPr bwMode="auto">
          <a:xfrm>
            <a:off x="6192838" y="14243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8" name="Text Box 16"/>
          <p:cNvSpPr txBox="1">
            <a:spLocks noChangeArrowheads="1"/>
          </p:cNvSpPr>
          <p:nvPr/>
        </p:nvSpPr>
        <p:spPr bwMode="auto">
          <a:xfrm>
            <a:off x="7321550" y="13195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199" name="Text Box 17"/>
          <p:cNvSpPr txBox="1">
            <a:spLocks noChangeArrowheads="1"/>
          </p:cNvSpPr>
          <p:nvPr/>
        </p:nvSpPr>
        <p:spPr bwMode="auto">
          <a:xfrm>
            <a:off x="7321550" y="13719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00" name="Text Box 18"/>
          <p:cNvSpPr txBox="1">
            <a:spLocks noChangeArrowheads="1"/>
          </p:cNvSpPr>
          <p:nvPr/>
        </p:nvSpPr>
        <p:spPr bwMode="auto">
          <a:xfrm>
            <a:off x="7321550" y="14243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01" name="Rectangle 19"/>
          <p:cNvSpPr>
            <a:spLocks noChangeArrowheads="1"/>
          </p:cNvSpPr>
          <p:nvPr/>
        </p:nvSpPr>
        <p:spPr bwMode="auto">
          <a:xfrm>
            <a:off x="4764088" y="1037473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CPTN0102</a:t>
            </a:r>
          </a:p>
        </p:txBody>
      </p:sp>
      <p:sp>
        <p:nvSpPr>
          <p:cNvPr id="202" name="Rectangle 20"/>
          <p:cNvSpPr>
            <a:spLocks noChangeArrowheads="1"/>
          </p:cNvSpPr>
          <p:nvPr/>
        </p:nvSpPr>
        <p:spPr bwMode="auto">
          <a:xfrm>
            <a:off x="4764088" y="1433554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CRPR0102</a:t>
            </a:r>
          </a:p>
        </p:txBody>
      </p:sp>
      <p:sp>
        <p:nvSpPr>
          <p:cNvPr id="203" name="Rectangle 21"/>
          <p:cNvSpPr>
            <a:spLocks noChangeArrowheads="1"/>
          </p:cNvSpPr>
          <p:nvPr/>
        </p:nvSpPr>
        <p:spPr bwMode="auto">
          <a:xfrm>
            <a:off x="4764088" y="1824079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CART0102</a:t>
            </a:r>
          </a:p>
        </p:txBody>
      </p:sp>
      <p:sp>
        <p:nvSpPr>
          <p:cNvPr id="204" name="Rectangle 22"/>
          <p:cNvSpPr>
            <a:spLocks noChangeArrowheads="1"/>
          </p:cNvSpPr>
          <p:nvPr/>
        </p:nvSpPr>
        <p:spPr bwMode="auto">
          <a:xfrm>
            <a:off x="4764088" y="2214604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TDRP0102</a:t>
            </a:r>
          </a:p>
        </p:txBody>
      </p:sp>
      <p:sp>
        <p:nvSpPr>
          <p:cNvPr id="205" name="Text Box 23"/>
          <p:cNvSpPr txBox="1">
            <a:spLocks noChangeArrowheads="1"/>
          </p:cNvSpPr>
          <p:nvPr/>
        </p:nvSpPr>
        <p:spPr bwMode="auto">
          <a:xfrm>
            <a:off x="5102225" y="12353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06" name="Text Box 24"/>
          <p:cNvSpPr txBox="1">
            <a:spLocks noChangeArrowheads="1"/>
          </p:cNvSpPr>
          <p:nvPr/>
        </p:nvSpPr>
        <p:spPr bwMode="auto">
          <a:xfrm>
            <a:off x="5102225" y="12766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07" name="Rectangle 25"/>
          <p:cNvSpPr>
            <a:spLocks noChangeArrowheads="1"/>
          </p:cNvSpPr>
          <p:nvPr/>
        </p:nvSpPr>
        <p:spPr bwMode="auto">
          <a:xfrm>
            <a:off x="2643188" y="102208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208" name="Rectangle 26"/>
          <p:cNvSpPr>
            <a:spLocks noChangeArrowheads="1"/>
          </p:cNvSpPr>
          <p:nvPr/>
        </p:nvSpPr>
        <p:spPr bwMode="auto">
          <a:xfrm>
            <a:off x="2643188" y="142848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sp>
        <p:nvSpPr>
          <p:cNvPr id="209" name="Rectangle 27"/>
          <p:cNvSpPr>
            <a:spLocks noChangeArrowheads="1"/>
          </p:cNvSpPr>
          <p:nvPr/>
        </p:nvSpPr>
        <p:spPr bwMode="auto">
          <a:xfrm>
            <a:off x="2643188" y="2169847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12</a:t>
            </a:r>
          </a:p>
        </p:txBody>
      </p:sp>
      <p:cxnSp>
        <p:nvCxnSpPr>
          <p:cNvPr id="210" name="AutoShape 28"/>
          <p:cNvCxnSpPr>
            <a:cxnSpLocks noChangeShapeType="1"/>
            <a:stCxn id="189" idx="3"/>
            <a:endCxn id="208" idx="1"/>
          </p:cNvCxnSpPr>
          <p:nvPr/>
        </p:nvCxnSpPr>
        <p:spPr bwMode="auto">
          <a:xfrm>
            <a:off x="2471738" y="1135381"/>
            <a:ext cx="171450" cy="40640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1" name="AutoShape 29"/>
          <p:cNvCxnSpPr>
            <a:cxnSpLocks noChangeShapeType="1"/>
            <a:stCxn id="189" idx="3"/>
            <a:endCxn id="209" idx="1"/>
          </p:cNvCxnSpPr>
          <p:nvPr/>
        </p:nvCxnSpPr>
        <p:spPr bwMode="auto">
          <a:xfrm>
            <a:off x="2471738" y="1135381"/>
            <a:ext cx="171450" cy="114776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13" name="Group 31"/>
          <p:cNvGrpSpPr>
            <a:grpSpLocks/>
          </p:cNvGrpSpPr>
          <p:nvPr/>
        </p:nvGrpSpPr>
        <p:grpSpPr bwMode="auto">
          <a:xfrm>
            <a:off x="2787650" y="1660843"/>
            <a:ext cx="69850" cy="449262"/>
            <a:chOff x="1442" y="1227"/>
            <a:chExt cx="44" cy="283"/>
          </a:xfrm>
        </p:grpSpPr>
        <p:sp>
          <p:nvSpPr>
            <p:cNvPr id="214" name="Text Box 32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15" name="Text Box 33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16" name="Text Box 34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2667000" y="668655"/>
            <a:ext cx="271463" cy="226591"/>
          </a:xfrm>
          <a:prstGeom prst="rect">
            <a:avLst/>
          </a:prstGeom>
          <a:solidFill>
            <a:srgbClr val="CC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</a:p>
        </p:txBody>
      </p:sp>
      <p:sp>
        <p:nvSpPr>
          <p:cNvPr id="218" name="Rectangle 36"/>
          <p:cNvSpPr>
            <a:spLocks noChangeArrowheads="1"/>
          </p:cNvSpPr>
          <p:nvPr/>
        </p:nvSpPr>
        <p:spPr bwMode="auto">
          <a:xfrm>
            <a:off x="3284538" y="102208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219" name="Rectangle 37"/>
          <p:cNvSpPr>
            <a:spLocks noChangeArrowheads="1"/>
          </p:cNvSpPr>
          <p:nvPr/>
        </p:nvSpPr>
        <p:spPr bwMode="auto">
          <a:xfrm>
            <a:off x="3284538" y="1430072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sp>
        <p:nvSpPr>
          <p:cNvPr id="220" name="Rectangle 38"/>
          <p:cNvSpPr>
            <a:spLocks noChangeArrowheads="1"/>
          </p:cNvSpPr>
          <p:nvPr/>
        </p:nvSpPr>
        <p:spPr bwMode="auto">
          <a:xfrm>
            <a:off x="3284538" y="217143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31</a:t>
            </a:r>
          </a:p>
        </p:txBody>
      </p:sp>
      <p:grpSp>
        <p:nvGrpSpPr>
          <p:cNvPr id="221" name="Group 39"/>
          <p:cNvGrpSpPr>
            <a:grpSpLocks/>
          </p:cNvGrpSpPr>
          <p:nvPr/>
        </p:nvGrpSpPr>
        <p:grpSpPr bwMode="auto">
          <a:xfrm>
            <a:off x="3449638" y="1662430"/>
            <a:ext cx="69850" cy="449263"/>
            <a:chOff x="1442" y="1227"/>
            <a:chExt cx="44" cy="283"/>
          </a:xfrm>
        </p:grpSpPr>
        <p:sp>
          <p:nvSpPr>
            <p:cNvPr id="222" name="Text Box 40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23" name="Text Box 41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24" name="Text Box 42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225" name="Text Box 43"/>
          <p:cNvSpPr txBox="1">
            <a:spLocks noChangeArrowheads="1"/>
          </p:cNvSpPr>
          <p:nvPr/>
        </p:nvSpPr>
        <p:spPr bwMode="auto">
          <a:xfrm>
            <a:off x="3316288" y="668655"/>
            <a:ext cx="271462" cy="226591"/>
          </a:xfrm>
          <a:prstGeom prst="rect">
            <a:avLst/>
          </a:prstGeom>
          <a:solidFill>
            <a:srgbClr val="CC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226" name="AutoShape 44"/>
          <p:cNvCxnSpPr>
            <a:cxnSpLocks noChangeShapeType="1"/>
            <a:stCxn id="207" idx="3"/>
            <a:endCxn id="219" idx="1"/>
          </p:cNvCxnSpPr>
          <p:nvPr/>
        </p:nvCxnSpPr>
        <p:spPr bwMode="auto">
          <a:xfrm>
            <a:off x="3032125" y="1135381"/>
            <a:ext cx="252413" cy="4079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7" name="Rectangle 45"/>
          <p:cNvSpPr>
            <a:spLocks noChangeArrowheads="1"/>
          </p:cNvSpPr>
          <p:nvPr/>
        </p:nvSpPr>
        <p:spPr bwMode="auto">
          <a:xfrm>
            <a:off x="5699125" y="3673793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 EACH LOT</a:t>
            </a:r>
          </a:p>
        </p:txBody>
      </p:sp>
      <p:sp>
        <p:nvSpPr>
          <p:cNvPr id="228" name="Text Box 46"/>
          <p:cNvSpPr txBox="1">
            <a:spLocks noChangeArrowheads="1"/>
          </p:cNvSpPr>
          <p:nvPr/>
        </p:nvSpPr>
        <p:spPr bwMode="auto">
          <a:xfrm>
            <a:off x="6192838" y="40373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29" name="Text Box 47"/>
          <p:cNvSpPr txBox="1">
            <a:spLocks noChangeArrowheads="1"/>
          </p:cNvSpPr>
          <p:nvPr/>
        </p:nvSpPr>
        <p:spPr bwMode="auto">
          <a:xfrm>
            <a:off x="6192838" y="40897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30" name="Text Box 48"/>
          <p:cNvSpPr txBox="1">
            <a:spLocks noChangeArrowheads="1"/>
          </p:cNvSpPr>
          <p:nvPr/>
        </p:nvSpPr>
        <p:spPr bwMode="auto">
          <a:xfrm>
            <a:off x="6192838" y="41421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31" name="Rectangle 49"/>
          <p:cNvSpPr>
            <a:spLocks noChangeArrowheads="1"/>
          </p:cNvSpPr>
          <p:nvPr/>
        </p:nvSpPr>
        <p:spPr bwMode="auto">
          <a:xfrm>
            <a:off x="4764088" y="3764798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TPTN0102</a:t>
            </a:r>
          </a:p>
        </p:txBody>
      </p:sp>
      <p:sp>
        <p:nvSpPr>
          <p:cNvPr id="232" name="Text Box 50"/>
          <p:cNvSpPr txBox="1">
            <a:spLocks noChangeArrowheads="1"/>
          </p:cNvSpPr>
          <p:nvPr/>
        </p:nvSpPr>
        <p:spPr bwMode="auto">
          <a:xfrm>
            <a:off x="5094288" y="39770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33" name="Text Box 51"/>
          <p:cNvSpPr txBox="1">
            <a:spLocks noChangeArrowheads="1"/>
          </p:cNvSpPr>
          <p:nvPr/>
        </p:nvSpPr>
        <p:spPr bwMode="auto">
          <a:xfrm>
            <a:off x="5094288" y="40293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34" name="Text Box 52"/>
          <p:cNvSpPr txBox="1">
            <a:spLocks noChangeArrowheads="1"/>
          </p:cNvSpPr>
          <p:nvPr/>
        </p:nvSpPr>
        <p:spPr bwMode="auto">
          <a:xfrm>
            <a:off x="5094288" y="40817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35" name="Rectangle 53"/>
          <p:cNvSpPr>
            <a:spLocks noChangeArrowheads="1"/>
          </p:cNvSpPr>
          <p:nvPr/>
        </p:nvSpPr>
        <p:spPr bwMode="auto">
          <a:xfrm>
            <a:off x="2636838" y="3749410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grpSp>
        <p:nvGrpSpPr>
          <p:cNvPr id="236" name="Group 56"/>
          <p:cNvGrpSpPr>
            <a:grpSpLocks/>
          </p:cNvGrpSpPr>
          <p:nvPr/>
        </p:nvGrpSpPr>
        <p:grpSpPr bwMode="auto">
          <a:xfrm>
            <a:off x="2781316" y="4016694"/>
            <a:ext cx="70022" cy="361122"/>
            <a:chOff x="1442" y="1227"/>
            <a:chExt cx="34" cy="327"/>
          </a:xfrm>
        </p:grpSpPr>
        <p:sp>
          <p:nvSpPr>
            <p:cNvPr id="237" name="Text Box 57"/>
            <p:cNvSpPr txBox="1">
              <a:spLocks noChangeArrowheads="1"/>
            </p:cNvSpPr>
            <p:nvPr/>
          </p:nvSpPr>
          <p:spPr bwMode="auto">
            <a:xfrm>
              <a:off x="1442" y="1227"/>
              <a:ext cx="34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38" name="Text Box 58"/>
            <p:cNvSpPr txBox="1">
              <a:spLocks noChangeArrowheads="1"/>
            </p:cNvSpPr>
            <p:nvPr/>
          </p:nvSpPr>
          <p:spPr bwMode="auto">
            <a:xfrm>
              <a:off x="1442" y="1318"/>
              <a:ext cx="34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39" name="Text Box 59"/>
            <p:cNvSpPr txBox="1">
              <a:spLocks noChangeArrowheads="1"/>
            </p:cNvSpPr>
            <p:nvPr/>
          </p:nvSpPr>
          <p:spPr bwMode="auto">
            <a:xfrm>
              <a:off x="1442" y="1405"/>
              <a:ext cx="0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endParaRPr lang="ko-KR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40" name="Rectangle 60"/>
          <p:cNvSpPr>
            <a:spLocks noChangeArrowheads="1"/>
          </p:cNvSpPr>
          <p:nvPr/>
        </p:nvSpPr>
        <p:spPr bwMode="auto">
          <a:xfrm>
            <a:off x="3278188" y="3749410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cxnSp>
        <p:nvCxnSpPr>
          <p:cNvPr id="241" name="AutoShape 63"/>
          <p:cNvCxnSpPr>
            <a:cxnSpLocks noChangeShapeType="1"/>
          </p:cNvCxnSpPr>
          <p:nvPr/>
        </p:nvCxnSpPr>
        <p:spPr bwMode="auto">
          <a:xfrm>
            <a:off x="5526088" y="1140142"/>
            <a:ext cx="176212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42" name="Rectangle 64"/>
          <p:cNvSpPr>
            <a:spLocks noChangeArrowheads="1"/>
          </p:cNvSpPr>
          <p:nvPr/>
        </p:nvSpPr>
        <p:spPr bwMode="auto">
          <a:xfrm>
            <a:off x="3925888" y="1021874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sp>
        <p:nvSpPr>
          <p:cNvPr id="243" name="Rectangle 65"/>
          <p:cNvSpPr>
            <a:spLocks noChangeArrowheads="1"/>
          </p:cNvSpPr>
          <p:nvPr/>
        </p:nvSpPr>
        <p:spPr bwMode="auto">
          <a:xfrm>
            <a:off x="3927475" y="1316355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RECIPE2</a:t>
            </a:r>
          </a:p>
        </p:txBody>
      </p:sp>
      <p:sp>
        <p:nvSpPr>
          <p:cNvPr id="244" name="Rectangle 66"/>
          <p:cNvSpPr>
            <a:spLocks noChangeArrowheads="1"/>
          </p:cNvSpPr>
          <p:nvPr/>
        </p:nvSpPr>
        <p:spPr bwMode="auto">
          <a:xfrm>
            <a:off x="3927475" y="1606868"/>
            <a:ext cx="647700" cy="227012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RECIPE3</a:t>
            </a:r>
          </a:p>
        </p:txBody>
      </p:sp>
      <p:sp>
        <p:nvSpPr>
          <p:cNvPr id="245" name="Rectangle 67"/>
          <p:cNvSpPr>
            <a:spLocks noChangeArrowheads="1"/>
          </p:cNvSpPr>
          <p:nvPr/>
        </p:nvSpPr>
        <p:spPr bwMode="auto">
          <a:xfrm>
            <a:off x="3927475" y="1895793"/>
            <a:ext cx="647700" cy="227012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RECIPE4</a:t>
            </a:r>
          </a:p>
        </p:txBody>
      </p:sp>
      <p:sp>
        <p:nvSpPr>
          <p:cNvPr id="246" name="Text Box 68"/>
          <p:cNvSpPr txBox="1">
            <a:spLocks noChangeArrowheads="1"/>
          </p:cNvSpPr>
          <p:nvPr/>
        </p:nvSpPr>
        <p:spPr bwMode="auto">
          <a:xfrm>
            <a:off x="4197350" y="2143443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47" name="Text Box 69"/>
          <p:cNvSpPr txBox="1">
            <a:spLocks noChangeArrowheads="1"/>
          </p:cNvSpPr>
          <p:nvPr/>
        </p:nvSpPr>
        <p:spPr bwMode="auto">
          <a:xfrm>
            <a:off x="4197350" y="2229168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48" name="Text Box 70"/>
          <p:cNvSpPr txBox="1">
            <a:spLocks noChangeArrowheads="1"/>
          </p:cNvSpPr>
          <p:nvPr/>
        </p:nvSpPr>
        <p:spPr bwMode="auto">
          <a:xfrm>
            <a:off x="4197350" y="2333943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49" name="Text Box 71"/>
          <p:cNvSpPr txBox="1">
            <a:spLocks noChangeArrowheads="1"/>
          </p:cNvSpPr>
          <p:nvPr/>
        </p:nvSpPr>
        <p:spPr bwMode="auto">
          <a:xfrm>
            <a:off x="3956050" y="668655"/>
            <a:ext cx="509588" cy="226591"/>
          </a:xfrm>
          <a:prstGeom prst="rect">
            <a:avLst/>
          </a:prstGeom>
          <a:solidFill>
            <a:srgbClr val="CC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</a:t>
            </a:r>
          </a:p>
        </p:txBody>
      </p:sp>
      <p:sp>
        <p:nvSpPr>
          <p:cNvPr id="250" name="Rectangle 72"/>
          <p:cNvSpPr>
            <a:spLocks noChangeArrowheads="1"/>
          </p:cNvSpPr>
          <p:nvPr/>
        </p:nvSpPr>
        <p:spPr bwMode="auto">
          <a:xfrm>
            <a:off x="3922713" y="3749199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sp>
        <p:nvSpPr>
          <p:cNvPr id="251" name="Text Box 73"/>
          <p:cNvSpPr txBox="1">
            <a:spLocks noChangeArrowheads="1"/>
          </p:cNvSpPr>
          <p:nvPr/>
        </p:nvSpPr>
        <p:spPr bwMode="auto">
          <a:xfrm>
            <a:off x="4194175" y="3978593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52" name="Text Box 74"/>
          <p:cNvSpPr txBox="1">
            <a:spLocks noChangeArrowheads="1"/>
          </p:cNvSpPr>
          <p:nvPr/>
        </p:nvSpPr>
        <p:spPr bwMode="auto">
          <a:xfrm>
            <a:off x="4194175" y="4064318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53" name="Text Box 75"/>
          <p:cNvSpPr txBox="1">
            <a:spLocks noChangeArrowheads="1"/>
          </p:cNvSpPr>
          <p:nvPr/>
        </p:nvSpPr>
        <p:spPr bwMode="auto">
          <a:xfrm>
            <a:off x="4194175" y="4161155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cxnSp>
        <p:nvCxnSpPr>
          <p:cNvPr id="255" name="AutoShape 77"/>
          <p:cNvCxnSpPr>
            <a:cxnSpLocks noChangeShapeType="1"/>
            <a:stCxn id="218" idx="3"/>
            <a:endCxn id="244" idx="1"/>
          </p:cNvCxnSpPr>
          <p:nvPr/>
        </p:nvCxnSpPr>
        <p:spPr bwMode="auto">
          <a:xfrm>
            <a:off x="3673475" y="1135381"/>
            <a:ext cx="254000" cy="58499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6" name="AutoShape 78"/>
          <p:cNvCxnSpPr>
            <a:cxnSpLocks noChangeShapeType="1"/>
            <a:stCxn id="218" idx="3"/>
            <a:endCxn id="243" idx="1"/>
          </p:cNvCxnSpPr>
          <p:nvPr/>
        </p:nvCxnSpPr>
        <p:spPr bwMode="auto">
          <a:xfrm>
            <a:off x="3673475" y="1135381"/>
            <a:ext cx="254000" cy="29448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7" name="AutoShape 79"/>
          <p:cNvCxnSpPr>
            <a:cxnSpLocks noChangeShapeType="1"/>
            <a:stCxn id="218" idx="3"/>
            <a:endCxn id="245" idx="1"/>
          </p:cNvCxnSpPr>
          <p:nvPr/>
        </p:nvCxnSpPr>
        <p:spPr bwMode="auto">
          <a:xfrm>
            <a:off x="3673475" y="1135381"/>
            <a:ext cx="254000" cy="873918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8" name="AutoShape 80"/>
          <p:cNvCxnSpPr>
            <a:cxnSpLocks noChangeShapeType="1"/>
            <a:stCxn id="188" idx="3"/>
            <a:endCxn id="191" idx="1"/>
          </p:cNvCxnSpPr>
          <p:nvPr/>
        </p:nvCxnSpPr>
        <p:spPr bwMode="auto">
          <a:xfrm>
            <a:off x="1438275" y="1135381"/>
            <a:ext cx="241300" cy="272732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9" name="AutoShape 81"/>
          <p:cNvCxnSpPr>
            <a:cxnSpLocks noChangeShapeType="1"/>
            <a:stCxn id="207" idx="3"/>
            <a:endCxn id="218" idx="1"/>
          </p:cNvCxnSpPr>
          <p:nvPr/>
        </p:nvCxnSpPr>
        <p:spPr bwMode="auto">
          <a:xfrm>
            <a:off x="3032125" y="1135381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0" name="AutoShape 82"/>
          <p:cNvCxnSpPr>
            <a:cxnSpLocks noChangeShapeType="1"/>
            <a:stCxn id="207" idx="3"/>
            <a:endCxn id="220" idx="1"/>
          </p:cNvCxnSpPr>
          <p:nvPr/>
        </p:nvCxnSpPr>
        <p:spPr bwMode="auto">
          <a:xfrm>
            <a:off x="3032125" y="1135381"/>
            <a:ext cx="252413" cy="114935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1" name="AutoShape 83"/>
          <p:cNvCxnSpPr>
            <a:cxnSpLocks noChangeShapeType="1"/>
          </p:cNvCxnSpPr>
          <p:nvPr/>
        </p:nvCxnSpPr>
        <p:spPr bwMode="auto">
          <a:xfrm>
            <a:off x="2471738" y="3862705"/>
            <a:ext cx="165100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2" name="AutoShape 88"/>
          <p:cNvCxnSpPr>
            <a:cxnSpLocks noChangeShapeType="1"/>
          </p:cNvCxnSpPr>
          <p:nvPr/>
        </p:nvCxnSpPr>
        <p:spPr bwMode="auto">
          <a:xfrm>
            <a:off x="3025775" y="3862705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4" name="AutoShape 90"/>
          <p:cNvCxnSpPr>
            <a:cxnSpLocks noChangeShapeType="1"/>
          </p:cNvCxnSpPr>
          <p:nvPr/>
        </p:nvCxnSpPr>
        <p:spPr bwMode="auto">
          <a:xfrm flipV="1">
            <a:off x="4570413" y="3862705"/>
            <a:ext cx="193675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6" name="Text Box 92"/>
          <p:cNvSpPr txBox="1">
            <a:spLocks noChangeArrowheads="1"/>
          </p:cNvSpPr>
          <p:nvPr/>
        </p:nvSpPr>
        <p:spPr bwMode="auto">
          <a:xfrm>
            <a:off x="4740275" y="668655"/>
            <a:ext cx="819150" cy="226591"/>
          </a:xfrm>
          <a:prstGeom prst="rect">
            <a:avLst/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rgbClr val="993366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EQP UNIT_ID</a:t>
            </a:r>
          </a:p>
        </p:txBody>
      </p:sp>
      <p:sp>
        <p:nvSpPr>
          <p:cNvPr id="267" name="Text Box 95"/>
          <p:cNvSpPr txBox="1">
            <a:spLocks noChangeArrowheads="1"/>
          </p:cNvSpPr>
          <p:nvPr/>
        </p:nvSpPr>
        <p:spPr bwMode="auto">
          <a:xfrm>
            <a:off x="5094288" y="16290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68" name="Text Box 96"/>
          <p:cNvSpPr txBox="1">
            <a:spLocks noChangeArrowheads="1"/>
          </p:cNvSpPr>
          <p:nvPr/>
        </p:nvSpPr>
        <p:spPr bwMode="auto">
          <a:xfrm>
            <a:off x="5094288" y="16703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69" name="Text Box 97"/>
          <p:cNvSpPr txBox="1">
            <a:spLocks noChangeArrowheads="1"/>
          </p:cNvSpPr>
          <p:nvPr/>
        </p:nvSpPr>
        <p:spPr bwMode="auto">
          <a:xfrm>
            <a:off x="5094288" y="20227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70" name="Text Box 98"/>
          <p:cNvSpPr txBox="1">
            <a:spLocks noChangeArrowheads="1"/>
          </p:cNvSpPr>
          <p:nvPr/>
        </p:nvSpPr>
        <p:spPr bwMode="auto">
          <a:xfrm>
            <a:off x="5094288" y="20640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grpSp>
        <p:nvGrpSpPr>
          <p:cNvPr id="271" name="Group 99"/>
          <p:cNvGrpSpPr>
            <a:grpSpLocks/>
          </p:cNvGrpSpPr>
          <p:nvPr/>
        </p:nvGrpSpPr>
        <p:grpSpPr bwMode="auto">
          <a:xfrm>
            <a:off x="3440129" y="4010344"/>
            <a:ext cx="70022" cy="361122"/>
            <a:chOff x="1442" y="1227"/>
            <a:chExt cx="34" cy="327"/>
          </a:xfrm>
        </p:grpSpPr>
        <p:sp>
          <p:nvSpPr>
            <p:cNvPr id="272" name="Text Box 100"/>
            <p:cNvSpPr txBox="1">
              <a:spLocks noChangeArrowheads="1"/>
            </p:cNvSpPr>
            <p:nvPr/>
          </p:nvSpPr>
          <p:spPr bwMode="auto">
            <a:xfrm>
              <a:off x="1442" y="1227"/>
              <a:ext cx="34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73" name="Text Box 101"/>
            <p:cNvSpPr txBox="1">
              <a:spLocks noChangeArrowheads="1"/>
            </p:cNvSpPr>
            <p:nvPr/>
          </p:nvSpPr>
          <p:spPr bwMode="auto">
            <a:xfrm>
              <a:off x="1442" y="1318"/>
              <a:ext cx="34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274" name="Text Box 102"/>
            <p:cNvSpPr txBox="1">
              <a:spLocks noChangeArrowheads="1"/>
            </p:cNvSpPr>
            <p:nvPr/>
          </p:nvSpPr>
          <p:spPr bwMode="auto">
            <a:xfrm>
              <a:off x="1442" y="1405"/>
              <a:ext cx="0" cy="1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endParaRPr lang="ko-KR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275" name="Text Box 103"/>
          <p:cNvSpPr txBox="1">
            <a:spLocks noChangeArrowheads="1"/>
          </p:cNvSpPr>
          <p:nvPr/>
        </p:nvSpPr>
        <p:spPr bwMode="auto">
          <a:xfrm>
            <a:off x="7329488" y="40420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76" name="Text Box 104"/>
          <p:cNvSpPr txBox="1">
            <a:spLocks noChangeArrowheads="1"/>
          </p:cNvSpPr>
          <p:nvPr/>
        </p:nvSpPr>
        <p:spPr bwMode="auto">
          <a:xfrm>
            <a:off x="7329488" y="40944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77" name="Text Box 105"/>
          <p:cNvSpPr txBox="1">
            <a:spLocks noChangeArrowheads="1"/>
          </p:cNvSpPr>
          <p:nvPr/>
        </p:nvSpPr>
        <p:spPr bwMode="auto">
          <a:xfrm>
            <a:off x="7329488" y="41468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78" name="Rectangle 106"/>
          <p:cNvSpPr>
            <a:spLocks noChangeArrowheads="1"/>
          </p:cNvSpPr>
          <p:nvPr/>
        </p:nvSpPr>
        <p:spPr bwMode="auto">
          <a:xfrm>
            <a:off x="1679575" y="4277043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PTNMNT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sp>
        <p:nvSpPr>
          <p:cNvPr id="279" name="Rectangle 107"/>
          <p:cNvSpPr>
            <a:spLocks noChangeArrowheads="1"/>
          </p:cNvSpPr>
          <p:nvPr/>
        </p:nvSpPr>
        <p:spPr bwMode="auto">
          <a:xfrm>
            <a:off x="5699125" y="4292918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 EACH LOT</a:t>
            </a:r>
          </a:p>
        </p:txBody>
      </p:sp>
      <p:sp>
        <p:nvSpPr>
          <p:cNvPr id="280" name="Text Box 108"/>
          <p:cNvSpPr txBox="1">
            <a:spLocks noChangeArrowheads="1"/>
          </p:cNvSpPr>
          <p:nvPr/>
        </p:nvSpPr>
        <p:spPr bwMode="auto">
          <a:xfrm>
            <a:off x="6192838" y="46421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81" name="Text Box 109"/>
          <p:cNvSpPr txBox="1">
            <a:spLocks noChangeArrowheads="1"/>
          </p:cNvSpPr>
          <p:nvPr/>
        </p:nvSpPr>
        <p:spPr bwMode="auto">
          <a:xfrm>
            <a:off x="6192838" y="46945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82" name="Text Box 110"/>
          <p:cNvSpPr txBox="1">
            <a:spLocks noChangeArrowheads="1"/>
          </p:cNvSpPr>
          <p:nvPr/>
        </p:nvSpPr>
        <p:spPr bwMode="auto">
          <a:xfrm>
            <a:off x="6192838" y="47469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83" name="Rectangle 111"/>
          <p:cNvSpPr>
            <a:spLocks noChangeArrowheads="1"/>
          </p:cNvSpPr>
          <p:nvPr/>
        </p:nvSpPr>
        <p:spPr bwMode="auto">
          <a:xfrm>
            <a:off x="4764088" y="4383923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TPTN0102</a:t>
            </a:r>
          </a:p>
        </p:txBody>
      </p:sp>
      <p:sp>
        <p:nvSpPr>
          <p:cNvPr id="284" name="Text Box 112"/>
          <p:cNvSpPr txBox="1">
            <a:spLocks noChangeArrowheads="1"/>
          </p:cNvSpPr>
          <p:nvPr/>
        </p:nvSpPr>
        <p:spPr bwMode="auto">
          <a:xfrm>
            <a:off x="5094288" y="45961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85" name="Text Box 113"/>
          <p:cNvSpPr txBox="1">
            <a:spLocks noChangeArrowheads="1"/>
          </p:cNvSpPr>
          <p:nvPr/>
        </p:nvSpPr>
        <p:spPr bwMode="auto">
          <a:xfrm>
            <a:off x="5094288" y="46485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86" name="Text Box 114"/>
          <p:cNvSpPr txBox="1">
            <a:spLocks noChangeArrowheads="1"/>
          </p:cNvSpPr>
          <p:nvPr/>
        </p:nvSpPr>
        <p:spPr bwMode="auto">
          <a:xfrm>
            <a:off x="5094288" y="47009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87" name="Rectangle 115"/>
          <p:cNvSpPr>
            <a:spLocks noChangeArrowheads="1"/>
          </p:cNvSpPr>
          <p:nvPr/>
        </p:nvSpPr>
        <p:spPr bwMode="auto">
          <a:xfrm>
            <a:off x="2636838" y="436853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288" name="Rectangle 116"/>
          <p:cNvSpPr>
            <a:spLocks noChangeArrowheads="1"/>
          </p:cNvSpPr>
          <p:nvPr/>
        </p:nvSpPr>
        <p:spPr bwMode="auto">
          <a:xfrm>
            <a:off x="3278188" y="436853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289" name="Rectangle 117"/>
          <p:cNvSpPr>
            <a:spLocks noChangeArrowheads="1"/>
          </p:cNvSpPr>
          <p:nvPr/>
        </p:nvSpPr>
        <p:spPr bwMode="auto">
          <a:xfrm>
            <a:off x="3922713" y="4368324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cxnSp>
        <p:nvCxnSpPr>
          <p:cNvPr id="290" name="AutoShape 118"/>
          <p:cNvCxnSpPr>
            <a:cxnSpLocks noChangeShapeType="1"/>
            <a:stCxn id="278" idx="3"/>
            <a:endCxn id="287" idx="1"/>
          </p:cNvCxnSpPr>
          <p:nvPr/>
        </p:nvCxnSpPr>
        <p:spPr bwMode="auto">
          <a:xfrm>
            <a:off x="2471738" y="4481831"/>
            <a:ext cx="165100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1" name="AutoShape 119"/>
          <p:cNvCxnSpPr>
            <a:cxnSpLocks noChangeShapeType="1"/>
            <a:stCxn id="287" idx="3"/>
            <a:endCxn id="288" idx="1"/>
          </p:cNvCxnSpPr>
          <p:nvPr/>
        </p:nvCxnSpPr>
        <p:spPr bwMode="auto">
          <a:xfrm>
            <a:off x="3025775" y="4481831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2" name="AutoShape 120"/>
          <p:cNvCxnSpPr>
            <a:cxnSpLocks noChangeShapeType="1"/>
            <a:stCxn id="288" idx="3"/>
            <a:endCxn id="289" idx="1"/>
          </p:cNvCxnSpPr>
          <p:nvPr/>
        </p:nvCxnSpPr>
        <p:spPr bwMode="auto">
          <a:xfrm>
            <a:off x="3667125" y="4481831"/>
            <a:ext cx="255588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3" name="AutoShape 121"/>
          <p:cNvCxnSpPr>
            <a:cxnSpLocks noChangeShapeType="1"/>
            <a:stCxn id="289" idx="3"/>
            <a:endCxn id="283" idx="1"/>
          </p:cNvCxnSpPr>
          <p:nvPr/>
        </p:nvCxnSpPr>
        <p:spPr bwMode="auto">
          <a:xfrm flipV="1">
            <a:off x="4570413" y="4481830"/>
            <a:ext cx="193675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5" name="Text Box 123"/>
          <p:cNvSpPr txBox="1">
            <a:spLocks noChangeArrowheads="1"/>
          </p:cNvSpPr>
          <p:nvPr/>
        </p:nvSpPr>
        <p:spPr bwMode="auto">
          <a:xfrm>
            <a:off x="7329488" y="46374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96" name="Text Box 124"/>
          <p:cNvSpPr txBox="1">
            <a:spLocks noChangeArrowheads="1"/>
          </p:cNvSpPr>
          <p:nvPr/>
        </p:nvSpPr>
        <p:spPr bwMode="auto">
          <a:xfrm>
            <a:off x="7329488" y="46897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97" name="Text Box 125"/>
          <p:cNvSpPr txBox="1">
            <a:spLocks noChangeArrowheads="1"/>
          </p:cNvSpPr>
          <p:nvPr/>
        </p:nvSpPr>
        <p:spPr bwMode="auto">
          <a:xfrm>
            <a:off x="7329488" y="47421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98" name="Text Box 126"/>
          <p:cNvSpPr txBox="1">
            <a:spLocks noChangeArrowheads="1"/>
          </p:cNvSpPr>
          <p:nvPr/>
        </p:nvSpPr>
        <p:spPr bwMode="auto">
          <a:xfrm>
            <a:off x="2808288" y="45881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299" name="Text Box 127"/>
          <p:cNvSpPr txBox="1">
            <a:spLocks noChangeArrowheads="1"/>
          </p:cNvSpPr>
          <p:nvPr/>
        </p:nvSpPr>
        <p:spPr bwMode="auto">
          <a:xfrm>
            <a:off x="2808288" y="46405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0" name="Text Box 128"/>
          <p:cNvSpPr txBox="1">
            <a:spLocks noChangeArrowheads="1"/>
          </p:cNvSpPr>
          <p:nvPr/>
        </p:nvSpPr>
        <p:spPr bwMode="auto">
          <a:xfrm>
            <a:off x="2808288" y="46929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1" name="Text Box 129"/>
          <p:cNvSpPr txBox="1">
            <a:spLocks noChangeArrowheads="1"/>
          </p:cNvSpPr>
          <p:nvPr/>
        </p:nvSpPr>
        <p:spPr bwMode="auto">
          <a:xfrm>
            <a:off x="3443288" y="45993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2" name="Text Box 130"/>
          <p:cNvSpPr txBox="1">
            <a:spLocks noChangeArrowheads="1"/>
          </p:cNvSpPr>
          <p:nvPr/>
        </p:nvSpPr>
        <p:spPr bwMode="auto">
          <a:xfrm>
            <a:off x="3443288" y="46516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3" name="Text Box 131"/>
          <p:cNvSpPr txBox="1">
            <a:spLocks noChangeArrowheads="1"/>
          </p:cNvSpPr>
          <p:nvPr/>
        </p:nvSpPr>
        <p:spPr bwMode="auto">
          <a:xfrm>
            <a:off x="3443288" y="47040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4" name="Text Box 132"/>
          <p:cNvSpPr txBox="1">
            <a:spLocks noChangeArrowheads="1"/>
          </p:cNvSpPr>
          <p:nvPr/>
        </p:nvSpPr>
        <p:spPr bwMode="auto">
          <a:xfrm>
            <a:off x="4217988" y="45929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5" name="Text Box 133"/>
          <p:cNvSpPr txBox="1">
            <a:spLocks noChangeArrowheads="1"/>
          </p:cNvSpPr>
          <p:nvPr/>
        </p:nvSpPr>
        <p:spPr bwMode="auto">
          <a:xfrm>
            <a:off x="4217988" y="46453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6" name="Text Box 134"/>
          <p:cNvSpPr txBox="1">
            <a:spLocks noChangeArrowheads="1"/>
          </p:cNvSpPr>
          <p:nvPr/>
        </p:nvSpPr>
        <p:spPr bwMode="auto">
          <a:xfrm>
            <a:off x="4217988" y="46977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07" name="Rectangle 135"/>
          <p:cNvSpPr>
            <a:spLocks noChangeArrowheads="1"/>
          </p:cNvSpPr>
          <p:nvPr/>
        </p:nvSpPr>
        <p:spPr bwMode="auto">
          <a:xfrm>
            <a:off x="1679575" y="4853305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ARTMAP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sp>
        <p:nvSpPr>
          <p:cNvPr id="308" name="Rectangle 136"/>
          <p:cNvSpPr>
            <a:spLocks noChangeArrowheads="1"/>
          </p:cNvSpPr>
          <p:nvPr/>
        </p:nvSpPr>
        <p:spPr bwMode="auto">
          <a:xfrm>
            <a:off x="5699125" y="4869180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 EACH LOT</a:t>
            </a:r>
          </a:p>
        </p:txBody>
      </p:sp>
      <p:sp>
        <p:nvSpPr>
          <p:cNvPr id="309" name="Text Box 137"/>
          <p:cNvSpPr txBox="1">
            <a:spLocks noChangeArrowheads="1"/>
          </p:cNvSpPr>
          <p:nvPr/>
        </p:nvSpPr>
        <p:spPr bwMode="auto">
          <a:xfrm>
            <a:off x="6192838" y="52184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10" name="Text Box 138"/>
          <p:cNvSpPr txBox="1">
            <a:spLocks noChangeArrowheads="1"/>
          </p:cNvSpPr>
          <p:nvPr/>
        </p:nvSpPr>
        <p:spPr bwMode="auto">
          <a:xfrm>
            <a:off x="6192838" y="52708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11" name="Text Box 139"/>
          <p:cNvSpPr txBox="1">
            <a:spLocks noChangeArrowheads="1"/>
          </p:cNvSpPr>
          <p:nvPr/>
        </p:nvSpPr>
        <p:spPr bwMode="auto">
          <a:xfrm>
            <a:off x="6192838" y="53168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12" name="Rectangle 140"/>
          <p:cNvSpPr>
            <a:spLocks noChangeArrowheads="1"/>
          </p:cNvSpPr>
          <p:nvPr/>
        </p:nvSpPr>
        <p:spPr bwMode="auto">
          <a:xfrm>
            <a:off x="4764088" y="4960185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TART0102</a:t>
            </a:r>
          </a:p>
        </p:txBody>
      </p:sp>
      <p:sp>
        <p:nvSpPr>
          <p:cNvPr id="313" name="Text Box 141"/>
          <p:cNvSpPr txBox="1">
            <a:spLocks noChangeArrowheads="1"/>
          </p:cNvSpPr>
          <p:nvPr/>
        </p:nvSpPr>
        <p:spPr bwMode="auto">
          <a:xfrm>
            <a:off x="5094288" y="51723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14" name="Text Box 142"/>
          <p:cNvSpPr txBox="1">
            <a:spLocks noChangeArrowheads="1"/>
          </p:cNvSpPr>
          <p:nvPr/>
        </p:nvSpPr>
        <p:spPr bwMode="auto">
          <a:xfrm>
            <a:off x="5094288" y="52247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15" name="Text Box 143"/>
          <p:cNvSpPr txBox="1">
            <a:spLocks noChangeArrowheads="1"/>
          </p:cNvSpPr>
          <p:nvPr/>
        </p:nvSpPr>
        <p:spPr bwMode="auto">
          <a:xfrm>
            <a:off x="5094288" y="52771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16" name="Rectangle 144"/>
          <p:cNvSpPr>
            <a:spLocks noChangeArrowheads="1"/>
          </p:cNvSpPr>
          <p:nvPr/>
        </p:nvSpPr>
        <p:spPr bwMode="auto">
          <a:xfrm>
            <a:off x="2636838" y="4944797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317" name="Rectangle 145"/>
          <p:cNvSpPr>
            <a:spLocks noChangeArrowheads="1"/>
          </p:cNvSpPr>
          <p:nvPr/>
        </p:nvSpPr>
        <p:spPr bwMode="auto">
          <a:xfrm>
            <a:off x="3278188" y="4944797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318" name="Rectangle 146"/>
          <p:cNvSpPr>
            <a:spLocks noChangeArrowheads="1"/>
          </p:cNvSpPr>
          <p:nvPr/>
        </p:nvSpPr>
        <p:spPr bwMode="auto">
          <a:xfrm>
            <a:off x="3922713" y="4944586"/>
            <a:ext cx="647700" cy="227012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cxnSp>
        <p:nvCxnSpPr>
          <p:cNvPr id="319" name="AutoShape 147"/>
          <p:cNvCxnSpPr>
            <a:cxnSpLocks noChangeShapeType="1"/>
            <a:stCxn id="307" idx="3"/>
            <a:endCxn id="316" idx="1"/>
          </p:cNvCxnSpPr>
          <p:nvPr/>
        </p:nvCxnSpPr>
        <p:spPr bwMode="auto">
          <a:xfrm>
            <a:off x="2471738" y="5058093"/>
            <a:ext cx="165100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0" name="AutoShape 148"/>
          <p:cNvCxnSpPr>
            <a:cxnSpLocks noChangeShapeType="1"/>
            <a:stCxn id="316" idx="3"/>
            <a:endCxn id="317" idx="1"/>
          </p:cNvCxnSpPr>
          <p:nvPr/>
        </p:nvCxnSpPr>
        <p:spPr bwMode="auto">
          <a:xfrm>
            <a:off x="3025775" y="5058093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AutoShape 149"/>
          <p:cNvCxnSpPr>
            <a:cxnSpLocks noChangeShapeType="1"/>
            <a:stCxn id="317" idx="3"/>
            <a:endCxn id="318" idx="1"/>
          </p:cNvCxnSpPr>
          <p:nvPr/>
        </p:nvCxnSpPr>
        <p:spPr bwMode="auto">
          <a:xfrm flipV="1">
            <a:off x="3667125" y="5058092"/>
            <a:ext cx="255588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AutoShape 150"/>
          <p:cNvCxnSpPr>
            <a:cxnSpLocks noChangeShapeType="1"/>
            <a:stCxn id="318" idx="3"/>
            <a:endCxn id="312" idx="1"/>
          </p:cNvCxnSpPr>
          <p:nvPr/>
        </p:nvCxnSpPr>
        <p:spPr bwMode="auto">
          <a:xfrm>
            <a:off x="4570413" y="5058092"/>
            <a:ext cx="193675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24" name="Text Box 155"/>
          <p:cNvSpPr txBox="1">
            <a:spLocks noChangeArrowheads="1"/>
          </p:cNvSpPr>
          <p:nvPr/>
        </p:nvSpPr>
        <p:spPr bwMode="auto">
          <a:xfrm>
            <a:off x="2808288" y="51644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25" name="Text Box 156"/>
          <p:cNvSpPr txBox="1">
            <a:spLocks noChangeArrowheads="1"/>
          </p:cNvSpPr>
          <p:nvPr/>
        </p:nvSpPr>
        <p:spPr bwMode="auto">
          <a:xfrm>
            <a:off x="2808288" y="52168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26" name="Text Box 157"/>
          <p:cNvSpPr txBox="1">
            <a:spLocks noChangeArrowheads="1"/>
          </p:cNvSpPr>
          <p:nvPr/>
        </p:nvSpPr>
        <p:spPr bwMode="auto">
          <a:xfrm>
            <a:off x="2808288" y="52692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27" name="Text Box 158"/>
          <p:cNvSpPr txBox="1">
            <a:spLocks noChangeArrowheads="1"/>
          </p:cNvSpPr>
          <p:nvPr/>
        </p:nvSpPr>
        <p:spPr bwMode="auto">
          <a:xfrm>
            <a:off x="3443288" y="51755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28" name="Text Box 159"/>
          <p:cNvSpPr txBox="1">
            <a:spLocks noChangeArrowheads="1"/>
          </p:cNvSpPr>
          <p:nvPr/>
        </p:nvSpPr>
        <p:spPr bwMode="auto">
          <a:xfrm>
            <a:off x="3443288" y="52279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29" name="Text Box 160"/>
          <p:cNvSpPr txBox="1">
            <a:spLocks noChangeArrowheads="1"/>
          </p:cNvSpPr>
          <p:nvPr/>
        </p:nvSpPr>
        <p:spPr bwMode="auto">
          <a:xfrm>
            <a:off x="3443288" y="52803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0" name="Text Box 161"/>
          <p:cNvSpPr txBox="1">
            <a:spLocks noChangeArrowheads="1"/>
          </p:cNvSpPr>
          <p:nvPr/>
        </p:nvSpPr>
        <p:spPr bwMode="auto">
          <a:xfrm>
            <a:off x="4217988" y="51692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1" name="Text Box 162"/>
          <p:cNvSpPr txBox="1">
            <a:spLocks noChangeArrowheads="1"/>
          </p:cNvSpPr>
          <p:nvPr/>
        </p:nvSpPr>
        <p:spPr bwMode="auto">
          <a:xfrm>
            <a:off x="4217988" y="52216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2" name="Text Box 163"/>
          <p:cNvSpPr txBox="1">
            <a:spLocks noChangeArrowheads="1"/>
          </p:cNvSpPr>
          <p:nvPr/>
        </p:nvSpPr>
        <p:spPr bwMode="auto">
          <a:xfrm>
            <a:off x="4217988" y="52739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3" name="Rectangle 164"/>
          <p:cNvSpPr>
            <a:spLocks noChangeArrowheads="1"/>
          </p:cNvSpPr>
          <p:nvPr/>
        </p:nvSpPr>
        <p:spPr bwMode="auto">
          <a:xfrm>
            <a:off x="1696481" y="5427980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MMA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sp>
        <p:nvSpPr>
          <p:cNvPr id="334" name="Rectangle 165"/>
          <p:cNvSpPr>
            <a:spLocks noChangeArrowheads="1"/>
          </p:cNvSpPr>
          <p:nvPr/>
        </p:nvSpPr>
        <p:spPr bwMode="auto">
          <a:xfrm>
            <a:off x="5699125" y="5443855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 EACH LOT</a:t>
            </a:r>
          </a:p>
        </p:txBody>
      </p:sp>
      <p:sp>
        <p:nvSpPr>
          <p:cNvPr id="335" name="Text Box 166"/>
          <p:cNvSpPr txBox="1">
            <a:spLocks noChangeArrowheads="1"/>
          </p:cNvSpPr>
          <p:nvPr/>
        </p:nvSpPr>
        <p:spPr bwMode="auto">
          <a:xfrm>
            <a:off x="6192838" y="57962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6" name="Text Box 167"/>
          <p:cNvSpPr txBox="1">
            <a:spLocks noChangeArrowheads="1"/>
          </p:cNvSpPr>
          <p:nvPr/>
        </p:nvSpPr>
        <p:spPr bwMode="auto">
          <a:xfrm>
            <a:off x="6192838" y="58486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7" name="Text Box 168"/>
          <p:cNvSpPr txBox="1">
            <a:spLocks noChangeArrowheads="1"/>
          </p:cNvSpPr>
          <p:nvPr/>
        </p:nvSpPr>
        <p:spPr bwMode="auto">
          <a:xfrm>
            <a:off x="6192838" y="59010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38" name="Rectangle 169"/>
          <p:cNvSpPr>
            <a:spLocks noChangeArrowheads="1"/>
          </p:cNvSpPr>
          <p:nvPr/>
        </p:nvSpPr>
        <p:spPr bwMode="auto">
          <a:xfrm>
            <a:off x="4780994" y="5534860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TMMA0102</a:t>
            </a:r>
          </a:p>
        </p:txBody>
      </p:sp>
      <p:sp>
        <p:nvSpPr>
          <p:cNvPr id="339" name="Text Box 170"/>
          <p:cNvSpPr txBox="1">
            <a:spLocks noChangeArrowheads="1"/>
          </p:cNvSpPr>
          <p:nvPr/>
        </p:nvSpPr>
        <p:spPr bwMode="auto">
          <a:xfrm>
            <a:off x="5094288" y="57470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40" name="Text Box 171"/>
          <p:cNvSpPr txBox="1">
            <a:spLocks noChangeArrowheads="1"/>
          </p:cNvSpPr>
          <p:nvPr/>
        </p:nvSpPr>
        <p:spPr bwMode="auto">
          <a:xfrm>
            <a:off x="5094288" y="57994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41" name="Text Box 172"/>
          <p:cNvSpPr txBox="1">
            <a:spLocks noChangeArrowheads="1"/>
          </p:cNvSpPr>
          <p:nvPr/>
        </p:nvSpPr>
        <p:spPr bwMode="auto">
          <a:xfrm>
            <a:off x="5094288" y="58518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42" name="Rectangle 173"/>
          <p:cNvSpPr>
            <a:spLocks noChangeArrowheads="1"/>
          </p:cNvSpPr>
          <p:nvPr/>
        </p:nvSpPr>
        <p:spPr bwMode="auto">
          <a:xfrm>
            <a:off x="2653744" y="5519472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343" name="Rectangle 174"/>
          <p:cNvSpPr>
            <a:spLocks noChangeArrowheads="1"/>
          </p:cNvSpPr>
          <p:nvPr/>
        </p:nvSpPr>
        <p:spPr bwMode="auto">
          <a:xfrm>
            <a:off x="3295094" y="5519472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344" name="Rectangle 175"/>
          <p:cNvSpPr>
            <a:spLocks noChangeArrowheads="1"/>
          </p:cNvSpPr>
          <p:nvPr/>
        </p:nvSpPr>
        <p:spPr bwMode="auto">
          <a:xfrm>
            <a:off x="3939619" y="5519261"/>
            <a:ext cx="647700" cy="227012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cxnSp>
        <p:nvCxnSpPr>
          <p:cNvPr id="345" name="AutoShape 176"/>
          <p:cNvCxnSpPr>
            <a:cxnSpLocks noChangeShapeType="1"/>
            <a:stCxn id="333" idx="3"/>
            <a:endCxn id="342" idx="1"/>
          </p:cNvCxnSpPr>
          <p:nvPr/>
        </p:nvCxnSpPr>
        <p:spPr bwMode="auto">
          <a:xfrm>
            <a:off x="2488644" y="5632768"/>
            <a:ext cx="165100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46" name="AutoShape 177"/>
          <p:cNvCxnSpPr>
            <a:cxnSpLocks noChangeShapeType="1"/>
            <a:stCxn id="342" idx="3"/>
            <a:endCxn id="343" idx="1"/>
          </p:cNvCxnSpPr>
          <p:nvPr/>
        </p:nvCxnSpPr>
        <p:spPr bwMode="auto">
          <a:xfrm>
            <a:off x="3042681" y="5632768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0" name="Text Box 184"/>
          <p:cNvSpPr txBox="1">
            <a:spLocks noChangeArrowheads="1"/>
          </p:cNvSpPr>
          <p:nvPr/>
        </p:nvSpPr>
        <p:spPr bwMode="auto">
          <a:xfrm>
            <a:off x="2808288" y="57391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1" name="Text Box 185"/>
          <p:cNvSpPr txBox="1">
            <a:spLocks noChangeArrowheads="1"/>
          </p:cNvSpPr>
          <p:nvPr/>
        </p:nvSpPr>
        <p:spPr bwMode="auto">
          <a:xfrm>
            <a:off x="2808288" y="57915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2" name="Text Box 186"/>
          <p:cNvSpPr txBox="1">
            <a:spLocks noChangeArrowheads="1"/>
          </p:cNvSpPr>
          <p:nvPr/>
        </p:nvSpPr>
        <p:spPr bwMode="auto">
          <a:xfrm>
            <a:off x="2808288" y="58439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3" name="Text Box 187"/>
          <p:cNvSpPr txBox="1">
            <a:spLocks noChangeArrowheads="1"/>
          </p:cNvSpPr>
          <p:nvPr/>
        </p:nvSpPr>
        <p:spPr bwMode="auto">
          <a:xfrm>
            <a:off x="3443288" y="57502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4" name="Text Box 188"/>
          <p:cNvSpPr txBox="1">
            <a:spLocks noChangeArrowheads="1"/>
          </p:cNvSpPr>
          <p:nvPr/>
        </p:nvSpPr>
        <p:spPr bwMode="auto">
          <a:xfrm>
            <a:off x="3443288" y="58026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5" name="Text Box 189"/>
          <p:cNvSpPr txBox="1">
            <a:spLocks noChangeArrowheads="1"/>
          </p:cNvSpPr>
          <p:nvPr/>
        </p:nvSpPr>
        <p:spPr bwMode="auto">
          <a:xfrm>
            <a:off x="3443288" y="58550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6" name="Text Box 190"/>
          <p:cNvSpPr txBox="1">
            <a:spLocks noChangeArrowheads="1"/>
          </p:cNvSpPr>
          <p:nvPr/>
        </p:nvSpPr>
        <p:spPr bwMode="auto">
          <a:xfrm>
            <a:off x="4217988" y="57438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7" name="Text Box 191"/>
          <p:cNvSpPr txBox="1">
            <a:spLocks noChangeArrowheads="1"/>
          </p:cNvSpPr>
          <p:nvPr/>
        </p:nvSpPr>
        <p:spPr bwMode="auto">
          <a:xfrm>
            <a:off x="4217988" y="57962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8" name="Text Box 192"/>
          <p:cNvSpPr txBox="1">
            <a:spLocks noChangeArrowheads="1"/>
          </p:cNvSpPr>
          <p:nvPr/>
        </p:nvSpPr>
        <p:spPr bwMode="auto">
          <a:xfrm>
            <a:off x="4217988" y="58486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59" name="Rectangle 193"/>
          <p:cNvSpPr>
            <a:spLocks noChangeArrowheads="1"/>
          </p:cNvSpPr>
          <p:nvPr/>
        </p:nvSpPr>
        <p:spPr bwMode="auto">
          <a:xfrm>
            <a:off x="1679575" y="6004243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AMA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sp>
        <p:nvSpPr>
          <p:cNvPr id="360" name="Rectangle 194"/>
          <p:cNvSpPr>
            <a:spLocks noChangeArrowheads="1"/>
          </p:cNvSpPr>
          <p:nvPr/>
        </p:nvSpPr>
        <p:spPr bwMode="auto">
          <a:xfrm>
            <a:off x="5699125" y="6020118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 EACH LOT</a:t>
            </a:r>
          </a:p>
        </p:txBody>
      </p:sp>
      <p:sp>
        <p:nvSpPr>
          <p:cNvPr id="361" name="Text Box 195"/>
          <p:cNvSpPr txBox="1">
            <a:spLocks noChangeArrowheads="1"/>
          </p:cNvSpPr>
          <p:nvPr/>
        </p:nvSpPr>
        <p:spPr bwMode="auto">
          <a:xfrm>
            <a:off x="6192838" y="63709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62" name="Text Box 196"/>
          <p:cNvSpPr txBox="1">
            <a:spLocks noChangeArrowheads="1"/>
          </p:cNvSpPr>
          <p:nvPr/>
        </p:nvSpPr>
        <p:spPr bwMode="auto">
          <a:xfrm>
            <a:off x="6192838" y="64233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63" name="Text Box 197"/>
          <p:cNvSpPr txBox="1">
            <a:spLocks noChangeArrowheads="1"/>
          </p:cNvSpPr>
          <p:nvPr/>
        </p:nvSpPr>
        <p:spPr bwMode="auto">
          <a:xfrm>
            <a:off x="6192838" y="64757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64" name="Rectangle 198"/>
          <p:cNvSpPr>
            <a:spLocks noChangeArrowheads="1"/>
          </p:cNvSpPr>
          <p:nvPr/>
        </p:nvSpPr>
        <p:spPr bwMode="auto">
          <a:xfrm>
            <a:off x="4764088" y="6111123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TAMA0102</a:t>
            </a:r>
          </a:p>
        </p:txBody>
      </p:sp>
      <p:sp>
        <p:nvSpPr>
          <p:cNvPr id="365" name="Text Box 199"/>
          <p:cNvSpPr txBox="1">
            <a:spLocks noChangeArrowheads="1"/>
          </p:cNvSpPr>
          <p:nvPr/>
        </p:nvSpPr>
        <p:spPr bwMode="auto">
          <a:xfrm>
            <a:off x="5094288" y="63233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66" name="Text Box 200"/>
          <p:cNvSpPr txBox="1">
            <a:spLocks noChangeArrowheads="1"/>
          </p:cNvSpPr>
          <p:nvPr/>
        </p:nvSpPr>
        <p:spPr bwMode="auto">
          <a:xfrm>
            <a:off x="5094288" y="63757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67" name="Text Box 201"/>
          <p:cNvSpPr txBox="1">
            <a:spLocks noChangeArrowheads="1"/>
          </p:cNvSpPr>
          <p:nvPr/>
        </p:nvSpPr>
        <p:spPr bwMode="auto">
          <a:xfrm>
            <a:off x="5094288" y="64281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68" name="Rectangle 202"/>
          <p:cNvSpPr>
            <a:spLocks noChangeArrowheads="1"/>
          </p:cNvSpPr>
          <p:nvPr/>
        </p:nvSpPr>
        <p:spPr bwMode="auto">
          <a:xfrm>
            <a:off x="2636838" y="609573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369" name="Rectangle 203"/>
          <p:cNvSpPr>
            <a:spLocks noChangeArrowheads="1"/>
          </p:cNvSpPr>
          <p:nvPr/>
        </p:nvSpPr>
        <p:spPr bwMode="auto">
          <a:xfrm>
            <a:off x="3278188" y="6095735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370" name="Rectangle 204"/>
          <p:cNvSpPr>
            <a:spLocks noChangeArrowheads="1"/>
          </p:cNvSpPr>
          <p:nvPr/>
        </p:nvSpPr>
        <p:spPr bwMode="auto">
          <a:xfrm>
            <a:off x="3922713" y="6095524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cxnSp>
        <p:nvCxnSpPr>
          <p:cNvPr id="371" name="AutoShape 205"/>
          <p:cNvCxnSpPr>
            <a:cxnSpLocks noChangeShapeType="1"/>
            <a:stCxn id="359" idx="3"/>
            <a:endCxn id="368" idx="1"/>
          </p:cNvCxnSpPr>
          <p:nvPr/>
        </p:nvCxnSpPr>
        <p:spPr bwMode="auto">
          <a:xfrm>
            <a:off x="2471738" y="6209031"/>
            <a:ext cx="165100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72" name="AutoShape 206"/>
          <p:cNvCxnSpPr>
            <a:cxnSpLocks noChangeShapeType="1"/>
            <a:stCxn id="368" idx="3"/>
            <a:endCxn id="369" idx="1"/>
          </p:cNvCxnSpPr>
          <p:nvPr/>
        </p:nvCxnSpPr>
        <p:spPr bwMode="auto">
          <a:xfrm>
            <a:off x="3025775" y="6209031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6" name="Text Box 210"/>
          <p:cNvSpPr txBox="1">
            <a:spLocks noChangeArrowheads="1"/>
          </p:cNvSpPr>
          <p:nvPr/>
        </p:nvSpPr>
        <p:spPr bwMode="auto">
          <a:xfrm>
            <a:off x="7329488" y="63661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77" name="Text Box 211"/>
          <p:cNvSpPr txBox="1">
            <a:spLocks noChangeArrowheads="1"/>
          </p:cNvSpPr>
          <p:nvPr/>
        </p:nvSpPr>
        <p:spPr bwMode="auto">
          <a:xfrm>
            <a:off x="7329488" y="64185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78" name="Text Box 212"/>
          <p:cNvSpPr txBox="1">
            <a:spLocks noChangeArrowheads="1"/>
          </p:cNvSpPr>
          <p:nvPr/>
        </p:nvSpPr>
        <p:spPr bwMode="auto">
          <a:xfrm>
            <a:off x="7329488" y="64709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79" name="Text Box 213"/>
          <p:cNvSpPr txBox="1">
            <a:spLocks noChangeArrowheads="1"/>
          </p:cNvSpPr>
          <p:nvPr/>
        </p:nvSpPr>
        <p:spPr bwMode="auto">
          <a:xfrm>
            <a:off x="2808288" y="63153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0" name="Text Box 214"/>
          <p:cNvSpPr txBox="1">
            <a:spLocks noChangeArrowheads="1"/>
          </p:cNvSpPr>
          <p:nvPr/>
        </p:nvSpPr>
        <p:spPr bwMode="auto">
          <a:xfrm>
            <a:off x="2808288" y="63677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1" name="Text Box 215"/>
          <p:cNvSpPr txBox="1">
            <a:spLocks noChangeArrowheads="1"/>
          </p:cNvSpPr>
          <p:nvPr/>
        </p:nvSpPr>
        <p:spPr bwMode="auto">
          <a:xfrm>
            <a:off x="2808288" y="64201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2" name="Text Box 216"/>
          <p:cNvSpPr txBox="1">
            <a:spLocks noChangeArrowheads="1"/>
          </p:cNvSpPr>
          <p:nvPr/>
        </p:nvSpPr>
        <p:spPr bwMode="auto">
          <a:xfrm>
            <a:off x="3443288" y="63265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3" name="Text Box 217"/>
          <p:cNvSpPr txBox="1">
            <a:spLocks noChangeArrowheads="1"/>
          </p:cNvSpPr>
          <p:nvPr/>
        </p:nvSpPr>
        <p:spPr bwMode="auto">
          <a:xfrm>
            <a:off x="3443288" y="63788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4" name="Text Box 218"/>
          <p:cNvSpPr txBox="1">
            <a:spLocks noChangeArrowheads="1"/>
          </p:cNvSpPr>
          <p:nvPr/>
        </p:nvSpPr>
        <p:spPr bwMode="auto">
          <a:xfrm>
            <a:off x="3443288" y="64312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5" name="Text Box 219"/>
          <p:cNvSpPr txBox="1">
            <a:spLocks noChangeArrowheads="1"/>
          </p:cNvSpPr>
          <p:nvPr/>
        </p:nvSpPr>
        <p:spPr bwMode="auto">
          <a:xfrm>
            <a:off x="4217988" y="63201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6" name="Text Box 220"/>
          <p:cNvSpPr txBox="1">
            <a:spLocks noChangeArrowheads="1"/>
          </p:cNvSpPr>
          <p:nvPr/>
        </p:nvSpPr>
        <p:spPr bwMode="auto">
          <a:xfrm>
            <a:off x="4217988" y="63725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87" name="Text Box 221"/>
          <p:cNvSpPr txBox="1">
            <a:spLocks noChangeArrowheads="1"/>
          </p:cNvSpPr>
          <p:nvPr/>
        </p:nvSpPr>
        <p:spPr bwMode="auto">
          <a:xfrm>
            <a:off x="4217988" y="64249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cxnSp>
        <p:nvCxnSpPr>
          <p:cNvPr id="388" name="AutoShape 222"/>
          <p:cNvCxnSpPr>
            <a:cxnSpLocks noChangeShapeType="1"/>
            <a:stCxn id="188" idx="3"/>
            <a:endCxn id="278" idx="1"/>
          </p:cNvCxnSpPr>
          <p:nvPr/>
        </p:nvCxnSpPr>
        <p:spPr bwMode="auto">
          <a:xfrm>
            <a:off x="1438275" y="1135381"/>
            <a:ext cx="241300" cy="334645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" name="AutoShape 223"/>
          <p:cNvCxnSpPr>
            <a:cxnSpLocks noChangeShapeType="1"/>
            <a:stCxn id="188" idx="3"/>
            <a:endCxn id="307" idx="1"/>
          </p:cNvCxnSpPr>
          <p:nvPr/>
        </p:nvCxnSpPr>
        <p:spPr bwMode="auto">
          <a:xfrm>
            <a:off x="1438275" y="1135381"/>
            <a:ext cx="241300" cy="392271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0" name="AutoShape 224"/>
          <p:cNvCxnSpPr>
            <a:cxnSpLocks noChangeShapeType="1"/>
            <a:stCxn id="188" idx="3"/>
            <a:endCxn id="333" idx="1"/>
          </p:cNvCxnSpPr>
          <p:nvPr/>
        </p:nvCxnSpPr>
        <p:spPr bwMode="auto">
          <a:xfrm>
            <a:off x="1438275" y="1135381"/>
            <a:ext cx="258206" cy="44973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1" name="AutoShape 225"/>
          <p:cNvCxnSpPr>
            <a:cxnSpLocks noChangeShapeType="1"/>
            <a:stCxn id="188" idx="3"/>
            <a:endCxn id="359" idx="1"/>
          </p:cNvCxnSpPr>
          <p:nvPr/>
        </p:nvCxnSpPr>
        <p:spPr bwMode="auto">
          <a:xfrm>
            <a:off x="1438275" y="1135381"/>
            <a:ext cx="241300" cy="507365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3" name="Text Box 227"/>
          <p:cNvSpPr txBox="1">
            <a:spLocks noChangeArrowheads="1"/>
          </p:cNvSpPr>
          <p:nvPr/>
        </p:nvSpPr>
        <p:spPr bwMode="auto">
          <a:xfrm>
            <a:off x="3675063" y="6494780"/>
            <a:ext cx="1584325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3600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</a:pPr>
            <a:r>
              <a:rPr lang="en-US" altLang="ko-KR">
                <a:solidFill>
                  <a:srgbClr val="00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 </a:t>
            </a:r>
            <a:r>
              <a:rPr lang="ko-KR" altLang="en-US">
                <a:solidFill>
                  <a:srgbClr val="0033CC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 생성 영역</a:t>
            </a:r>
          </a:p>
        </p:txBody>
      </p:sp>
      <p:cxnSp>
        <p:nvCxnSpPr>
          <p:cNvPr id="394" name="AutoShape 228"/>
          <p:cNvCxnSpPr>
            <a:cxnSpLocks noChangeShapeType="1"/>
            <a:stCxn id="242" idx="3"/>
            <a:endCxn id="201" idx="1"/>
          </p:cNvCxnSpPr>
          <p:nvPr/>
        </p:nvCxnSpPr>
        <p:spPr bwMode="auto">
          <a:xfrm flipV="1">
            <a:off x="4573588" y="1135380"/>
            <a:ext cx="190500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5" name="AutoShape 229"/>
          <p:cNvCxnSpPr>
            <a:cxnSpLocks noChangeShapeType="1"/>
            <a:stCxn id="242" idx="3"/>
            <a:endCxn id="202" idx="1"/>
          </p:cNvCxnSpPr>
          <p:nvPr/>
        </p:nvCxnSpPr>
        <p:spPr bwMode="auto">
          <a:xfrm>
            <a:off x="4573588" y="1135381"/>
            <a:ext cx="190500" cy="39608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6" name="AutoShape 230"/>
          <p:cNvCxnSpPr>
            <a:cxnSpLocks noChangeShapeType="1"/>
            <a:stCxn id="242" idx="3"/>
            <a:endCxn id="203" idx="1"/>
          </p:cNvCxnSpPr>
          <p:nvPr/>
        </p:nvCxnSpPr>
        <p:spPr bwMode="auto">
          <a:xfrm>
            <a:off x="4573588" y="1135381"/>
            <a:ext cx="190500" cy="78660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7" name="AutoShape 231"/>
          <p:cNvCxnSpPr>
            <a:cxnSpLocks noChangeShapeType="1"/>
            <a:stCxn id="242" idx="3"/>
            <a:endCxn id="204" idx="1"/>
          </p:cNvCxnSpPr>
          <p:nvPr/>
        </p:nvCxnSpPr>
        <p:spPr bwMode="auto">
          <a:xfrm>
            <a:off x="4573588" y="1135381"/>
            <a:ext cx="190500" cy="117713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8" name="Rectangle 232"/>
          <p:cNvSpPr>
            <a:spLocks noChangeArrowheads="1"/>
          </p:cNvSpPr>
          <p:nvPr/>
        </p:nvSpPr>
        <p:spPr bwMode="auto">
          <a:xfrm>
            <a:off x="6783388" y="3682786"/>
            <a:ext cx="1066800" cy="3598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</p:txBody>
      </p:sp>
      <p:sp>
        <p:nvSpPr>
          <p:cNvPr id="399" name="Rectangle 233"/>
          <p:cNvSpPr>
            <a:spLocks noChangeArrowheads="1"/>
          </p:cNvSpPr>
          <p:nvPr/>
        </p:nvSpPr>
        <p:spPr bwMode="auto">
          <a:xfrm>
            <a:off x="6783388" y="4301911"/>
            <a:ext cx="1066800" cy="3598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</p:txBody>
      </p:sp>
      <p:sp>
        <p:nvSpPr>
          <p:cNvPr id="400" name="Rectangle 237"/>
          <p:cNvSpPr>
            <a:spLocks noChangeArrowheads="1"/>
          </p:cNvSpPr>
          <p:nvPr/>
        </p:nvSpPr>
        <p:spPr bwMode="auto">
          <a:xfrm>
            <a:off x="7972425" y="1014730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401" name="Text Box 238"/>
          <p:cNvSpPr txBox="1">
            <a:spLocks noChangeArrowheads="1"/>
          </p:cNvSpPr>
          <p:nvPr/>
        </p:nvSpPr>
        <p:spPr bwMode="auto">
          <a:xfrm>
            <a:off x="8367713" y="13147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2" name="Text Box 239"/>
          <p:cNvSpPr txBox="1">
            <a:spLocks noChangeArrowheads="1"/>
          </p:cNvSpPr>
          <p:nvPr/>
        </p:nvSpPr>
        <p:spPr bwMode="auto">
          <a:xfrm>
            <a:off x="8367713" y="13671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3" name="Text Box 240"/>
          <p:cNvSpPr txBox="1">
            <a:spLocks noChangeArrowheads="1"/>
          </p:cNvSpPr>
          <p:nvPr/>
        </p:nvSpPr>
        <p:spPr bwMode="auto">
          <a:xfrm>
            <a:off x="8367713" y="14195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4" name="Text Box 241"/>
          <p:cNvSpPr txBox="1">
            <a:spLocks noChangeArrowheads="1"/>
          </p:cNvSpPr>
          <p:nvPr/>
        </p:nvSpPr>
        <p:spPr bwMode="auto">
          <a:xfrm>
            <a:off x="8375650" y="40468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5" name="Text Box 242"/>
          <p:cNvSpPr txBox="1">
            <a:spLocks noChangeArrowheads="1"/>
          </p:cNvSpPr>
          <p:nvPr/>
        </p:nvSpPr>
        <p:spPr bwMode="auto">
          <a:xfrm>
            <a:off x="8375650" y="40992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6" name="Text Box 243"/>
          <p:cNvSpPr txBox="1">
            <a:spLocks noChangeArrowheads="1"/>
          </p:cNvSpPr>
          <p:nvPr/>
        </p:nvSpPr>
        <p:spPr bwMode="auto">
          <a:xfrm>
            <a:off x="8375650" y="41516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7" name="Text Box 244"/>
          <p:cNvSpPr txBox="1">
            <a:spLocks noChangeArrowheads="1"/>
          </p:cNvSpPr>
          <p:nvPr/>
        </p:nvSpPr>
        <p:spPr bwMode="auto">
          <a:xfrm>
            <a:off x="8375650" y="45834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8" name="Text Box 245"/>
          <p:cNvSpPr txBox="1">
            <a:spLocks noChangeArrowheads="1"/>
          </p:cNvSpPr>
          <p:nvPr/>
        </p:nvSpPr>
        <p:spPr bwMode="auto">
          <a:xfrm>
            <a:off x="8375650" y="46358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09" name="Text Box 246"/>
          <p:cNvSpPr txBox="1">
            <a:spLocks noChangeArrowheads="1"/>
          </p:cNvSpPr>
          <p:nvPr/>
        </p:nvSpPr>
        <p:spPr bwMode="auto">
          <a:xfrm>
            <a:off x="8375650" y="468820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0" name="Text Box 247"/>
          <p:cNvSpPr txBox="1">
            <a:spLocks noChangeArrowheads="1"/>
          </p:cNvSpPr>
          <p:nvPr/>
        </p:nvSpPr>
        <p:spPr bwMode="auto">
          <a:xfrm>
            <a:off x="8375650" y="51517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1" name="Text Box 248"/>
          <p:cNvSpPr txBox="1">
            <a:spLocks noChangeArrowheads="1"/>
          </p:cNvSpPr>
          <p:nvPr/>
        </p:nvSpPr>
        <p:spPr bwMode="auto">
          <a:xfrm>
            <a:off x="8375650" y="52041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2" name="Text Box 249"/>
          <p:cNvSpPr txBox="1">
            <a:spLocks noChangeArrowheads="1"/>
          </p:cNvSpPr>
          <p:nvPr/>
        </p:nvSpPr>
        <p:spPr bwMode="auto">
          <a:xfrm>
            <a:off x="8375650" y="52565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3" name="Text Box 250"/>
          <p:cNvSpPr txBox="1">
            <a:spLocks noChangeArrowheads="1"/>
          </p:cNvSpPr>
          <p:nvPr/>
        </p:nvSpPr>
        <p:spPr bwMode="auto">
          <a:xfrm>
            <a:off x="8375650" y="57375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4" name="Text Box 251"/>
          <p:cNvSpPr txBox="1">
            <a:spLocks noChangeArrowheads="1"/>
          </p:cNvSpPr>
          <p:nvPr/>
        </p:nvSpPr>
        <p:spPr bwMode="auto">
          <a:xfrm>
            <a:off x="8375650" y="57899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5" name="Text Box 252"/>
          <p:cNvSpPr txBox="1">
            <a:spLocks noChangeArrowheads="1"/>
          </p:cNvSpPr>
          <p:nvPr/>
        </p:nvSpPr>
        <p:spPr bwMode="auto">
          <a:xfrm>
            <a:off x="8375650" y="58423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6" name="Text Box 253"/>
          <p:cNvSpPr txBox="1">
            <a:spLocks noChangeArrowheads="1"/>
          </p:cNvSpPr>
          <p:nvPr/>
        </p:nvSpPr>
        <p:spPr bwMode="auto">
          <a:xfrm>
            <a:off x="8375650" y="62963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7" name="Text Box 254"/>
          <p:cNvSpPr txBox="1">
            <a:spLocks noChangeArrowheads="1"/>
          </p:cNvSpPr>
          <p:nvPr/>
        </p:nvSpPr>
        <p:spPr bwMode="auto">
          <a:xfrm>
            <a:off x="8375650" y="63487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8" name="Text Box 255"/>
          <p:cNvSpPr txBox="1">
            <a:spLocks noChangeArrowheads="1"/>
          </p:cNvSpPr>
          <p:nvPr/>
        </p:nvSpPr>
        <p:spPr bwMode="auto">
          <a:xfrm>
            <a:off x="8375650" y="64011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19" name="Rectangle 256"/>
          <p:cNvSpPr>
            <a:spLocks noChangeArrowheads="1"/>
          </p:cNvSpPr>
          <p:nvPr/>
        </p:nvSpPr>
        <p:spPr bwMode="auto">
          <a:xfrm>
            <a:off x="7972425" y="3742055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420" name="Rectangle 257"/>
          <p:cNvSpPr>
            <a:spLocks noChangeArrowheads="1"/>
          </p:cNvSpPr>
          <p:nvPr/>
        </p:nvSpPr>
        <p:spPr bwMode="auto">
          <a:xfrm>
            <a:off x="7972425" y="4361180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421" name="Rectangle 258"/>
          <p:cNvSpPr>
            <a:spLocks noChangeArrowheads="1"/>
          </p:cNvSpPr>
          <p:nvPr/>
        </p:nvSpPr>
        <p:spPr bwMode="auto">
          <a:xfrm>
            <a:off x="7972425" y="4937442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422" name="Rectangle 259"/>
          <p:cNvSpPr>
            <a:spLocks noChangeArrowheads="1"/>
          </p:cNvSpPr>
          <p:nvPr/>
        </p:nvSpPr>
        <p:spPr bwMode="auto">
          <a:xfrm>
            <a:off x="7972425" y="5512117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423" name="Rectangle 260"/>
          <p:cNvSpPr>
            <a:spLocks noChangeArrowheads="1"/>
          </p:cNvSpPr>
          <p:nvPr/>
        </p:nvSpPr>
        <p:spPr bwMode="auto">
          <a:xfrm>
            <a:off x="7972425" y="6088380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cxnSp>
        <p:nvCxnSpPr>
          <p:cNvPr id="425" name="AutoShape 262"/>
          <p:cNvCxnSpPr>
            <a:cxnSpLocks noChangeShapeType="1"/>
            <a:stCxn id="398" idx="3"/>
            <a:endCxn id="419" idx="1"/>
          </p:cNvCxnSpPr>
          <p:nvPr/>
        </p:nvCxnSpPr>
        <p:spPr bwMode="auto">
          <a:xfrm>
            <a:off x="7850188" y="3862705"/>
            <a:ext cx="122237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26" name="AutoShape 263"/>
          <p:cNvCxnSpPr>
            <a:cxnSpLocks noChangeShapeType="1"/>
            <a:stCxn id="399" idx="3"/>
            <a:endCxn id="420" idx="1"/>
          </p:cNvCxnSpPr>
          <p:nvPr/>
        </p:nvCxnSpPr>
        <p:spPr bwMode="auto">
          <a:xfrm>
            <a:off x="7850188" y="4481830"/>
            <a:ext cx="122237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27" name="AutoShape 267"/>
          <p:cNvCxnSpPr>
            <a:cxnSpLocks noChangeShapeType="1"/>
            <a:stCxn id="227" idx="3"/>
            <a:endCxn id="398" idx="1"/>
          </p:cNvCxnSpPr>
          <p:nvPr/>
        </p:nvCxnSpPr>
        <p:spPr bwMode="auto">
          <a:xfrm flipV="1">
            <a:off x="6670675" y="3862705"/>
            <a:ext cx="112713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28" name="AutoShape 268"/>
          <p:cNvCxnSpPr>
            <a:cxnSpLocks noChangeShapeType="1"/>
            <a:stCxn id="279" idx="3"/>
            <a:endCxn id="399" idx="1"/>
          </p:cNvCxnSpPr>
          <p:nvPr/>
        </p:nvCxnSpPr>
        <p:spPr bwMode="auto">
          <a:xfrm flipV="1">
            <a:off x="6670675" y="4481830"/>
            <a:ext cx="112713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29" name="AutoShape 269"/>
          <p:cNvCxnSpPr>
            <a:cxnSpLocks noChangeShapeType="1"/>
            <a:stCxn id="308" idx="3"/>
            <a:endCxn id="421" idx="1"/>
          </p:cNvCxnSpPr>
          <p:nvPr/>
        </p:nvCxnSpPr>
        <p:spPr bwMode="auto">
          <a:xfrm flipV="1">
            <a:off x="6670675" y="5058092"/>
            <a:ext cx="1301750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" name="AutoShape 270"/>
          <p:cNvCxnSpPr>
            <a:cxnSpLocks noChangeShapeType="1"/>
            <a:stCxn id="334" idx="3"/>
            <a:endCxn id="422" idx="1"/>
          </p:cNvCxnSpPr>
          <p:nvPr/>
        </p:nvCxnSpPr>
        <p:spPr bwMode="auto">
          <a:xfrm flipV="1">
            <a:off x="6670675" y="5632767"/>
            <a:ext cx="1301750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1" name="AutoShape 271"/>
          <p:cNvCxnSpPr>
            <a:cxnSpLocks noChangeShapeType="1"/>
            <a:stCxn id="360" idx="3"/>
            <a:endCxn id="423" idx="1"/>
          </p:cNvCxnSpPr>
          <p:nvPr/>
        </p:nvCxnSpPr>
        <p:spPr bwMode="auto">
          <a:xfrm flipV="1">
            <a:off x="6670675" y="6209030"/>
            <a:ext cx="1301750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2" name="Rectangle 311"/>
          <p:cNvSpPr>
            <a:spLocks noChangeArrowheads="1"/>
          </p:cNvSpPr>
          <p:nvPr/>
        </p:nvSpPr>
        <p:spPr bwMode="auto">
          <a:xfrm>
            <a:off x="6784975" y="6029111"/>
            <a:ext cx="1066800" cy="3598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</p:txBody>
      </p:sp>
      <p:sp>
        <p:nvSpPr>
          <p:cNvPr id="433" name="Rectangle 312"/>
          <p:cNvSpPr>
            <a:spLocks noChangeArrowheads="1"/>
          </p:cNvSpPr>
          <p:nvPr/>
        </p:nvSpPr>
        <p:spPr bwMode="auto">
          <a:xfrm>
            <a:off x="1679575" y="2489518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DEFECT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_IMAGE2</a:t>
            </a:r>
          </a:p>
        </p:txBody>
      </p:sp>
      <p:sp>
        <p:nvSpPr>
          <p:cNvPr id="434" name="Rectangle 313"/>
          <p:cNvSpPr>
            <a:spLocks noChangeArrowheads="1"/>
          </p:cNvSpPr>
          <p:nvPr/>
        </p:nvSpPr>
        <p:spPr bwMode="auto">
          <a:xfrm>
            <a:off x="5702300" y="2505393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OF EACH LOT</a:t>
            </a:r>
          </a:p>
        </p:txBody>
      </p:sp>
      <p:sp>
        <p:nvSpPr>
          <p:cNvPr id="435" name="Rectangle 314"/>
          <p:cNvSpPr>
            <a:spLocks noChangeArrowheads="1"/>
          </p:cNvSpPr>
          <p:nvPr/>
        </p:nvSpPr>
        <p:spPr bwMode="auto">
          <a:xfrm>
            <a:off x="6783388" y="2514386"/>
            <a:ext cx="1066800" cy="3598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</p:txBody>
      </p:sp>
      <p:cxnSp>
        <p:nvCxnSpPr>
          <p:cNvPr id="436" name="AutoShape 315"/>
          <p:cNvCxnSpPr>
            <a:cxnSpLocks noChangeShapeType="1"/>
            <a:stCxn id="434" idx="3"/>
            <a:endCxn id="435" idx="1"/>
          </p:cNvCxnSpPr>
          <p:nvPr/>
        </p:nvCxnSpPr>
        <p:spPr bwMode="auto">
          <a:xfrm flipV="1">
            <a:off x="6673850" y="2694305"/>
            <a:ext cx="109538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7" name="Text Box 316"/>
          <p:cNvSpPr txBox="1">
            <a:spLocks noChangeArrowheads="1"/>
          </p:cNvSpPr>
          <p:nvPr/>
        </p:nvSpPr>
        <p:spPr bwMode="auto">
          <a:xfrm>
            <a:off x="6192838" y="28784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38" name="Text Box 317"/>
          <p:cNvSpPr txBox="1">
            <a:spLocks noChangeArrowheads="1"/>
          </p:cNvSpPr>
          <p:nvPr/>
        </p:nvSpPr>
        <p:spPr bwMode="auto">
          <a:xfrm>
            <a:off x="6192838" y="29308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39" name="Text Box 318"/>
          <p:cNvSpPr txBox="1">
            <a:spLocks noChangeArrowheads="1"/>
          </p:cNvSpPr>
          <p:nvPr/>
        </p:nvSpPr>
        <p:spPr bwMode="auto">
          <a:xfrm>
            <a:off x="6192838" y="29832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40" name="Text Box 319"/>
          <p:cNvSpPr txBox="1">
            <a:spLocks noChangeArrowheads="1"/>
          </p:cNvSpPr>
          <p:nvPr/>
        </p:nvSpPr>
        <p:spPr bwMode="auto">
          <a:xfrm>
            <a:off x="7321550" y="2878455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41" name="Text Box 320"/>
          <p:cNvSpPr txBox="1">
            <a:spLocks noChangeArrowheads="1"/>
          </p:cNvSpPr>
          <p:nvPr/>
        </p:nvSpPr>
        <p:spPr bwMode="auto">
          <a:xfrm>
            <a:off x="7321550" y="293084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42" name="Text Box 321"/>
          <p:cNvSpPr txBox="1">
            <a:spLocks noChangeArrowheads="1"/>
          </p:cNvSpPr>
          <p:nvPr/>
        </p:nvSpPr>
        <p:spPr bwMode="auto">
          <a:xfrm>
            <a:off x="7321550" y="298323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43" name="Rectangle 322"/>
          <p:cNvSpPr>
            <a:spLocks noChangeArrowheads="1"/>
          </p:cNvSpPr>
          <p:nvPr/>
        </p:nvSpPr>
        <p:spPr bwMode="auto">
          <a:xfrm>
            <a:off x="4764088" y="2596398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CPTN0102</a:t>
            </a:r>
          </a:p>
        </p:txBody>
      </p:sp>
      <p:sp>
        <p:nvSpPr>
          <p:cNvPr id="444" name="Rectangle 323"/>
          <p:cNvSpPr>
            <a:spLocks noChangeArrowheads="1"/>
          </p:cNvSpPr>
          <p:nvPr/>
        </p:nvSpPr>
        <p:spPr bwMode="auto">
          <a:xfrm>
            <a:off x="4764088" y="2992479"/>
            <a:ext cx="762000" cy="195814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CRPR0102</a:t>
            </a:r>
          </a:p>
        </p:txBody>
      </p:sp>
      <p:sp>
        <p:nvSpPr>
          <p:cNvPr id="445" name="Text Box 326"/>
          <p:cNvSpPr txBox="1">
            <a:spLocks noChangeArrowheads="1"/>
          </p:cNvSpPr>
          <p:nvPr/>
        </p:nvSpPr>
        <p:spPr bwMode="auto">
          <a:xfrm>
            <a:off x="5102225" y="27943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46" name="Text Box 327"/>
          <p:cNvSpPr txBox="1">
            <a:spLocks noChangeArrowheads="1"/>
          </p:cNvSpPr>
          <p:nvPr/>
        </p:nvSpPr>
        <p:spPr bwMode="auto">
          <a:xfrm>
            <a:off x="5102225" y="28355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47" name="Rectangle 328"/>
          <p:cNvSpPr>
            <a:spLocks noChangeArrowheads="1"/>
          </p:cNvSpPr>
          <p:nvPr/>
        </p:nvSpPr>
        <p:spPr bwMode="auto">
          <a:xfrm>
            <a:off x="2643188" y="2581010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448" name="Rectangle 329"/>
          <p:cNvSpPr>
            <a:spLocks noChangeArrowheads="1"/>
          </p:cNvSpPr>
          <p:nvPr/>
        </p:nvSpPr>
        <p:spPr bwMode="auto">
          <a:xfrm>
            <a:off x="2643188" y="2987410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cxnSp>
        <p:nvCxnSpPr>
          <p:cNvPr id="449" name="AutoShape 331"/>
          <p:cNvCxnSpPr>
            <a:cxnSpLocks noChangeShapeType="1"/>
            <a:stCxn id="433" idx="3"/>
            <a:endCxn id="448" idx="1"/>
          </p:cNvCxnSpPr>
          <p:nvPr/>
        </p:nvCxnSpPr>
        <p:spPr bwMode="auto">
          <a:xfrm>
            <a:off x="2471738" y="2694306"/>
            <a:ext cx="171450" cy="40640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51" name="Group 334"/>
          <p:cNvGrpSpPr>
            <a:grpSpLocks/>
          </p:cNvGrpSpPr>
          <p:nvPr/>
        </p:nvGrpSpPr>
        <p:grpSpPr bwMode="auto">
          <a:xfrm>
            <a:off x="2787650" y="3219768"/>
            <a:ext cx="69850" cy="449262"/>
            <a:chOff x="1442" y="1227"/>
            <a:chExt cx="44" cy="283"/>
          </a:xfrm>
        </p:grpSpPr>
        <p:sp>
          <p:nvSpPr>
            <p:cNvPr id="452" name="Text Box 335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453" name="Text Box 336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454" name="Text Box 337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455" name="Rectangle 338"/>
          <p:cNvSpPr>
            <a:spLocks noChangeArrowheads="1"/>
          </p:cNvSpPr>
          <p:nvPr/>
        </p:nvSpPr>
        <p:spPr bwMode="auto">
          <a:xfrm>
            <a:off x="3284538" y="2581010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456" name="Rectangle 339"/>
          <p:cNvSpPr>
            <a:spLocks noChangeArrowheads="1"/>
          </p:cNvSpPr>
          <p:nvPr/>
        </p:nvSpPr>
        <p:spPr bwMode="auto">
          <a:xfrm>
            <a:off x="3284538" y="2988997"/>
            <a:ext cx="388937" cy="226591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grpSp>
        <p:nvGrpSpPr>
          <p:cNvPr id="457" name="Group 341"/>
          <p:cNvGrpSpPr>
            <a:grpSpLocks/>
          </p:cNvGrpSpPr>
          <p:nvPr/>
        </p:nvGrpSpPr>
        <p:grpSpPr bwMode="auto">
          <a:xfrm>
            <a:off x="3449638" y="3221355"/>
            <a:ext cx="69850" cy="449263"/>
            <a:chOff x="1442" y="1227"/>
            <a:chExt cx="44" cy="283"/>
          </a:xfrm>
        </p:grpSpPr>
        <p:sp>
          <p:nvSpPr>
            <p:cNvPr id="458" name="Text Box 342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459" name="Text Box 343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460" name="Text Box 344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36000" rIns="0" bIns="3600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cxnSp>
        <p:nvCxnSpPr>
          <p:cNvPr id="461" name="AutoShape 345"/>
          <p:cNvCxnSpPr>
            <a:cxnSpLocks noChangeShapeType="1"/>
            <a:stCxn id="447" idx="3"/>
            <a:endCxn id="456" idx="1"/>
          </p:cNvCxnSpPr>
          <p:nvPr/>
        </p:nvCxnSpPr>
        <p:spPr bwMode="auto">
          <a:xfrm>
            <a:off x="3032125" y="2694306"/>
            <a:ext cx="252413" cy="4079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2" name="AutoShape 346"/>
          <p:cNvCxnSpPr>
            <a:cxnSpLocks noChangeShapeType="1"/>
            <a:stCxn id="443" idx="3"/>
            <a:endCxn id="434" idx="1"/>
          </p:cNvCxnSpPr>
          <p:nvPr/>
        </p:nvCxnSpPr>
        <p:spPr bwMode="auto">
          <a:xfrm>
            <a:off x="5526088" y="2694305"/>
            <a:ext cx="176212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3" name="Rectangle 347"/>
          <p:cNvSpPr>
            <a:spLocks noChangeArrowheads="1"/>
          </p:cNvSpPr>
          <p:nvPr/>
        </p:nvSpPr>
        <p:spPr bwMode="auto">
          <a:xfrm>
            <a:off x="3925888" y="2580799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RECIPE1</a:t>
            </a:r>
          </a:p>
        </p:txBody>
      </p:sp>
      <p:sp>
        <p:nvSpPr>
          <p:cNvPr id="464" name="Rectangle 348"/>
          <p:cNvSpPr>
            <a:spLocks noChangeArrowheads="1"/>
          </p:cNvSpPr>
          <p:nvPr/>
        </p:nvSpPr>
        <p:spPr bwMode="auto">
          <a:xfrm>
            <a:off x="3927475" y="2875280"/>
            <a:ext cx="647700" cy="227013"/>
          </a:xfrm>
          <a:prstGeom prst="rect">
            <a:avLst/>
          </a:prstGeom>
          <a:solidFill>
            <a:srgbClr val="CC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RECIPE2</a:t>
            </a:r>
          </a:p>
        </p:txBody>
      </p:sp>
      <p:sp>
        <p:nvSpPr>
          <p:cNvPr id="465" name="Text Box 351"/>
          <p:cNvSpPr txBox="1">
            <a:spLocks noChangeArrowheads="1"/>
          </p:cNvSpPr>
          <p:nvPr/>
        </p:nvSpPr>
        <p:spPr bwMode="auto">
          <a:xfrm>
            <a:off x="4197350" y="3173730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66" name="Text Box 352"/>
          <p:cNvSpPr txBox="1">
            <a:spLocks noChangeArrowheads="1"/>
          </p:cNvSpPr>
          <p:nvPr/>
        </p:nvSpPr>
        <p:spPr bwMode="auto">
          <a:xfrm>
            <a:off x="4197350" y="3259455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67" name="Text Box 353"/>
          <p:cNvSpPr txBox="1">
            <a:spLocks noChangeArrowheads="1"/>
          </p:cNvSpPr>
          <p:nvPr/>
        </p:nvSpPr>
        <p:spPr bwMode="auto">
          <a:xfrm>
            <a:off x="4197350" y="3364230"/>
            <a:ext cx="70532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6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cxnSp>
        <p:nvCxnSpPr>
          <p:cNvPr id="469" name="AutoShape 356"/>
          <p:cNvCxnSpPr>
            <a:cxnSpLocks noChangeShapeType="1"/>
            <a:stCxn id="455" idx="3"/>
            <a:endCxn id="464" idx="1"/>
          </p:cNvCxnSpPr>
          <p:nvPr/>
        </p:nvCxnSpPr>
        <p:spPr bwMode="auto">
          <a:xfrm>
            <a:off x="3673475" y="2694306"/>
            <a:ext cx="254000" cy="29448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0" name="AutoShape 358"/>
          <p:cNvCxnSpPr>
            <a:cxnSpLocks noChangeShapeType="1"/>
            <a:stCxn id="447" idx="3"/>
            <a:endCxn id="455" idx="1"/>
          </p:cNvCxnSpPr>
          <p:nvPr/>
        </p:nvCxnSpPr>
        <p:spPr bwMode="auto">
          <a:xfrm>
            <a:off x="3032125" y="2694306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1" name="Text Box 360"/>
          <p:cNvSpPr txBox="1">
            <a:spLocks noChangeArrowheads="1"/>
          </p:cNvSpPr>
          <p:nvPr/>
        </p:nvSpPr>
        <p:spPr bwMode="auto">
          <a:xfrm>
            <a:off x="5094288" y="318801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72" name="Text Box 361"/>
          <p:cNvSpPr txBox="1">
            <a:spLocks noChangeArrowheads="1"/>
          </p:cNvSpPr>
          <p:nvPr/>
        </p:nvSpPr>
        <p:spPr bwMode="auto">
          <a:xfrm>
            <a:off x="5094288" y="32292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cxnSp>
        <p:nvCxnSpPr>
          <p:cNvPr id="473" name="AutoShape 364"/>
          <p:cNvCxnSpPr>
            <a:cxnSpLocks noChangeShapeType="1"/>
            <a:stCxn id="463" idx="3"/>
            <a:endCxn id="443" idx="1"/>
          </p:cNvCxnSpPr>
          <p:nvPr/>
        </p:nvCxnSpPr>
        <p:spPr bwMode="auto">
          <a:xfrm flipV="1">
            <a:off x="4573588" y="2694305"/>
            <a:ext cx="190500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4" name="AutoShape 365"/>
          <p:cNvCxnSpPr>
            <a:cxnSpLocks noChangeShapeType="1"/>
            <a:stCxn id="463" idx="3"/>
            <a:endCxn id="444" idx="1"/>
          </p:cNvCxnSpPr>
          <p:nvPr/>
        </p:nvCxnSpPr>
        <p:spPr bwMode="auto">
          <a:xfrm>
            <a:off x="4573588" y="2694306"/>
            <a:ext cx="190500" cy="39608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5" name="Rectangle 368"/>
          <p:cNvSpPr>
            <a:spLocks noChangeArrowheads="1"/>
          </p:cNvSpPr>
          <p:nvPr/>
        </p:nvSpPr>
        <p:spPr bwMode="auto">
          <a:xfrm>
            <a:off x="7972425" y="2573655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36000" rIns="92075" bIns="36000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476" name="Text Box 369"/>
          <p:cNvSpPr txBox="1">
            <a:spLocks noChangeArrowheads="1"/>
          </p:cNvSpPr>
          <p:nvPr/>
        </p:nvSpPr>
        <p:spPr bwMode="auto">
          <a:xfrm>
            <a:off x="8367713" y="2873693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77" name="Text Box 370"/>
          <p:cNvSpPr txBox="1">
            <a:spLocks noChangeArrowheads="1"/>
          </p:cNvSpPr>
          <p:nvPr/>
        </p:nvSpPr>
        <p:spPr bwMode="auto">
          <a:xfrm>
            <a:off x="8367713" y="2926080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78" name="Text Box 371"/>
          <p:cNvSpPr txBox="1">
            <a:spLocks noChangeArrowheads="1"/>
          </p:cNvSpPr>
          <p:nvPr/>
        </p:nvSpPr>
        <p:spPr bwMode="auto">
          <a:xfrm>
            <a:off x="8367713" y="2978468"/>
            <a:ext cx="46488" cy="134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36000" rIns="0" bIns="3600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cxnSp>
        <p:nvCxnSpPr>
          <p:cNvPr id="480" name="AutoShape 373"/>
          <p:cNvCxnSpPr>
            <a:cxnSpLocks noChangeShapeType="1"/>
            <a:stCxn id="188" idx="3"/>
            <a:endCxn id="433" idx="1"/>
          </p:cNvCxnSpPr>
          <p:nvPr/>
        </p:nvCxnSpPr>
        <p:spPr bwMode="auto">
          <a:xfrm>
            <a:off x="1438275" y="1135381"/>
            <a:ext cx="241300" cy="155892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" name="직선 연결선 10"/>
          <p:cNvCxnSpPr>
            <a:endCxn id="242" idx="1"/>
          </p:cNvCxnSpPr>
          <p:nvPr/>
        </p:nvCxnSpPr>
        <p:spPr>
          <a:xfrm>
            <a:off x="3675063" y="1135380"/>
            <a:ext cx="250825" cy="1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/>
          <p:cNvCxnSpPr>
            <a:stCxn id="207" idx="1"/>
            <a:endCxn id="189" idx="3"/>
          </p:cNvCxnSpPr>
          <p:nvPr/>
        </p:nvCxnSpPr>
        <p:spPr>
          <a:xfrm flipH="1">
            <a:off x="2471738" y="1135381"/>
            <a:ext cx="17145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/>
          <p:cNvCxnSpPr>
            <a:stCxn id="240" idx="3"/>
          </p:cNvCxnSpPr>
          <p:nvPr/>
        </p:nvCxnSpPr>
        <p:spPr>
          <a:xfrm flipV="1">
            <a:off x="3667125" y="3861984"/>
            <a:ext cx="255588" cy="722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직선 연결선 510"/>
          <p:cNvCxnSpPr>
            <a:stCxn id="343" idx="3"/>
            <a:endCxn id="344" idx="1"/>
          </p:cNvCxnSpPr>
          <p:nvPr/>
        </p:nvCxnSpPr>
        <p:spPr>
          <a:xfrm flipV="1">
            <a:off x="3684031" y="5632767"/>
            <a:ext cx="255588" cy="1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직선 연결선 514"/>
          <p:cNvCxnSpPr>
            <a:stCxn id="370" idx="3"/>
            <a:endCxn id="364" idx="1"/>
          </p:cNvCxnSpPr>
          <p:nvPr/>
        </p:nvCxnSpPr>
        <p:spPr>
          <a:xfrm flipV="1">
            <a:off x="4570413" y="6209030"/>
            <a:ext cx="193675" cy="1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8" name="직선 연결선 517"/>
          <p:cNvCxnSpPr>
            <a:stCxn id="369" idx="3"/>
            <a:endCxn id="370" idx="1"/>
          </p:cNvCxnSpPr>
          <p:nvPr/>
        </p:nvCxnSpPr>
        <p:spPr>
          <a:xfrm>
            <a:off x="3667125" y="6209031"/>
            <a:ext cx="255588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AutoShape 90"/>
          <p:cNvCxnSpPr>
            <a:cxnSpLocks noChangeShapeType="1"/>
            <a:stCxn id="231" idx="3"/>
            <a:endCxn id="227" idx="1"/>
          </p:cNvCxnSpPr>
          <p:nvPr/>
        </p:nvCxnSpPr>
        <p:spPr bwMode="auto">
          <a:xfrm>
            <a:off x="5526088" y="3862705"/>
            <a:ext cx="173037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4" name="AutoShape 90"/>
          <p:cNvCxnSpPr>
            <a:cxnSpLocks noChangeShapeType="1"/>
            <a:stCxn id="283" idx="3"/>
            <a:endCxn id="279" idx="1"/>
          </p:cNvCxnSpPr>
          <p:nvPr/>
        </p:nvCxnSpPr>
        <p:spPr bwMode="auto">
          <a:xfrm>
            <a:off x="5526088" y="4481830"/>
            <a:ext cx="173037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7" name="AutoShape 90"/>
          <p:cNvCxnSpPr>
            <a:cxnSpLocks noChangeShapeType="1"/>
            <a:stCxn id="312" idx="3"/>
            <a:endCxn id="308" idx="1"/>
          </p:cNvCxnSpPr>
          <p:nvPr/>
        </p:nvCxnSpPr>
        <p:spPr bwMode="auto">
          <a:xfrm>
            <a:off x="5526088" y="5058092"/>
            <a:ext cx="173037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0" name="AutoShape 90"/>
          <p:cNvCxnSpPr>
            <a:cxnSpLocks noChangeShapeType="1"/>
          </p:cNvCxnSpPr>
          <p:nvPr/>
        </p:nvCxnSpPr>
        <p:spPr bwMode="auto">
          <a:xfrm>
            <a:off x="5526088" y="5635942"/>
            <a:ext cx="173037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5" name="AutoShape 150"/>
          <p:cNvCxnSpPr>
            <a:cxnSpLocks noChangeShapeType="1"/>
            <a:stCxn id="344" idx="3"/>
            <a:endCxn id="338" idx="1"/>
          </p:cNvCxnSpPr>
          <p:nvPr/>
        </p:nvCxnSpPr>
        <p:spPr bwMode="auto">
          <a:xfrm>
            <a:off x="4587319" y="5632767"/>
            <a:ext cx="193675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8" name="AutoShape 90"/>
          <p:cNvCxnSpPr>
            <a:cxnSpLocks noChangeShapeType="1"/>
            <a:stCxn id="364" idx="3"/>
            <a:endCxn id="360" idx="1"/>
          </p:cNvCxnSpPr>
          <p:nvPr/>
        </p:nvCxnSpPr>
        <p:spPr bwMode="auto">
          <a:xfrm>
            <a:off x="5526088" y="6209030"/>
            <a:ext cx="173037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" name="직선 연결선 56"/>
          <p:cNvCxnSpPr>
            <a:stCxn id="193" idx="3"/>
            <a:endCxn id="400" idx="1"/>
          </p:cNvCxnSpPr>
          <p:nvPr/>
        </p:nvCxnSpPr>
        <p:spPr>
          <a:xfrm>
            <a:off x="7850188" y="1135380"/>
            <a:ext cx="122237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9" name="직선 연결선 548"/>
          <p:cNvCxnSpPr>
            <a:stCxn id="435" idx="3"/>
            <a:endCxn id="475" idx="1"/>
          </p:cNvCxnSpPr>
          <p:nvPr/>
        </p:nvCxnSpPr>
        <p:spPr>
          <a:xfrm>
            <a:off x="7850188" y="2694305"/>
            <a:ext cx="122237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1" name="직선 연결선 480"/>
          <p:cNvCxnSpPr>
            <a:stCxn id="433" idx="3"/>
            <a:endCxn id="447" idx="1"/>
          </p:cNvCxnSpPr>
          <p:nvPr/>
        </p:nvCxnSpPr>
        <p:spPr>
          <a:xfrm>
            <a:off x="2471738" y="2694306"/>
            <a:ext cx="17145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9" name="직선 연결선 488"/>
          <p:cNvCxnSpPr>
            <a:stCxn id="455" idx="3"/>
            <a:endCxn id="463" idx="1"/>
          </p:cNvCxnSpPr>
          <p:nvPr/>
        </p:nvCxnSpPr>
        <p:spPr>
          <a:xfrm>
            <a:off x="3673475" y="2694306"/>
            <a:ext cx="252413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3. DIRECTORY &amp; FILE RULE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0483" name="Rectangle 3"/>
          <p:cNvSpPr>
            <a:spLocks noChangeArrowheads="1"/>
          </p:cNvSpPr>
          <p:nvPr/>
        </p:nvSpPr>
        <p:spPr bwMode="auto">
          <a:xfrm>
            <a:off x="5970588" y="203200"/>
            <a:ext cx="2579687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3-6. SERVER DIRECTORY </a:t>
            </a:r>
            <a:r>
              <a:rPr lang="ko-KR" altLang="en-US" sz="1300" b="1"/>
              <a:t>구조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23" name="Rectangle 6"/>
          <p:cNvSpPr>
            <a:spLocks noChangeArrowheads="1"/>
          </p:cNvSpPr>
          <p:nvPr/>
        </p:nvSpPr>
        <p:spPr bwMode="auto">
          <a:xfrm>
            <a:off x="827088" y="987371"/>
            <a:ext cx="611187" cy="2571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</a:t>
            </a:r>
          </a:p>
        </p:txBody>
      </p:sp>
      <p:sp>
        <p:nvSpPr>
          <p:cNvPr id="347" name="Rectangle 7"/>
          <p:cNvSpPr>
            <a:spLocks noChangeArrowheads="1"/>
          </p:cNvSpPr>
          <p:nvPr/>
        </p:nvSpPr>
        <p:spPr bwMode="auto">
          <a:xfrm>
            <a:off x="1679575" y="911171"/>
            <a:ext cx="792163" cy="409575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/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MEASURE</a:t>
            </a:r>
          </a:p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 b="1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_IMAGE</a:t>
            </a:r>
          </a:p>
        </p:txBody>
      </p:sp>
      <p:cxnSp>
        <p:nvCxnSpPr>
          <p:cNvPr id="348" name="AutoShape 8"/>
          <p:cNvCxnSpPr>
            <a:cxnSpLocks noChangeShapeType="1"/>
            <a:stCxn id="323" idx="3"/>
            <a:endCxn id="347" idx="1"/>
          </p:cNvCxnSpPr>
          <p:nvPr/>
        </p:nvCxnSpPr>
        <p:spPr bwMode="auto">
          <a:xfrm>
            <a:off x="1438275" y="1115959"/>
            <a:ext cx="241300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9" name="Rectangle 10"/>
          <p:cNvSpPr>
            <a:spLocks noChangeArrowheads="1"/>
          </p:cNvSpPr>
          <p:nvPr/>
        </p:nvSpPr>
        <p:spPr bwMode="auto">
          <a:xfrm>
            <a:off x="5702300" y="927046"/>
            <a:ext cx="97155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OF EACH LOT</a:t>
            </a:r>
          </a:p>
        </p:txBody>
      </p:sp>
      <p:sp>
        <p:nvSpPr>
          <p:cNvPr id="373" name="Rectangle 11"/>
          <p:cNvSpPr>
            <a:spLocks noChangeArrowheads="1"/>
          </p:cNvSpPr>
          <p:nvPr/>
        </p:nvSpPr>
        <p:spPr bwMode="auto">
          <a:xfrm>
            <a:off x="6783388" y="927046"/>
            <a:ext cx="1066800" cy="3778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DIRECTORY OF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EACH GLASS</a:t>
            </a:r>
          </a:p>
        </p:txBody>
      </p:sp>
      <p:cxnSp>
        <p:nvCxnSpPr>
          <p:cNvPr id="374" name="AutoShape 12"/>
          <p:cNvCxnSpPr>
            <a:cxnSpLocks noChangeShapeType="1"/>
            <a:stCxn id="349" idx="3"/>
            <a:endCxn id="373" idx="1"/>
          </p:cNvCxnSpPr>
          <p:nvPr/>
        </p:nvCxnSpPr>
        <p:spPr bwMode="auto">
          <a:xfrm>
            <a:off x="6673850" y="1115959"/>
            <a:ext cx="109538" cy="0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5" name="Text Box 13"/>
          <p:cNvSpPr txBox="1">
            <a:spLocks noChangeArrowheads="1"/>
          </p:cNvSpPr>
          <p:nvPr/>
        </p:nvSpPr>
        <p:spPr bwMode="auto">
          <a:xfrm>
            <a:off x="6192838" y="1300108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392" name="Text Box 14"/>
          <p:cNvSpPr txBox="1">
            <a:spLocks noChangeArrowheads="1"/>
          </p:cNvSpPr>
          <p:nvPr/>
        </p:nvSpPr>
        <p:spPr bwMode="auto">
          <a:xfrm>
            <a:off x="6192838" y="1352496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24" name="Text Box 15"/>
          <p:cNvSpPr txBox="1">
            <a:spLocks noChangeArrowheads="1"/>
          </p:cNvSpPr>
          <p:nvPr/>
        </p:nvSpPr>
        <p:spPr bwMode="auto">
          <a:xfrm>
            <a:off x="6192838" y="1404883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50" name="Text Box 16"/>
          <p:cNvSpPr txBox="1">
            <a:spLocks noChangeArrowheads="1"/>
          </p:cNvSpPr>
          <p:nvPr/>
        </p:nvSpPr>
        <p:spPr bwMode="auto">
          <a:xfrm>
            <a:off x="7321550" y="1300108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68" name="Text Box 17"/>
          <p:cNvSpPr txBox="1">
            <a:spLocks noChangeArrowheads="1"/>
          </p:cNvSpPr>
          <p:nvPr/>
        </p:nvSpPr>
        <p:spPr bwMode="auto">
          <a:xfrm>
            <a:off x="7321550" y="1352496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79" name="Text Box 18"/>
          <p:cNvSpPr txBox="1">
            <a:spLocks noChangeArrowheads="1"/>
          </p:cNvSpPr>
          <p:nvPr/>
        </p:nvSpPr>
        <p:spPr bwMode="auto">
          <a:xfrm>
            <a:off x="7321550" y="1404883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82" name="Rectangle 19"/>
          <p:cNvSpPr>
            <a:spLocks noChangeArrowheads="1"/>
          </p:cNvSpPr>
          <p:nvPr/>
        </p:nvSpPr>
        <p:spPr bwMode="auto">
          <a:xfrm>
            <a:off x="4764088" y="1007915"/>
            <a:ext cx="762000" cy="216086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CTHT0102</a:t>
            </a:r>
          </a:p>
        </p:txBody>
      </p:sp>
      <p:sp>
        <p:nvSpPr>
          <p:cNvPr id="483" name="Rectangle 20"/>
          <p:cNvSpPr>
            <a:spLocks noChangeArrowheads="1"/>
          </p:cNvSpPr>
          <p:nvPr/>
        </p:nvSpPr>
        <p:spPr bwMode="auto">
          <a:xfrm>
            <a:off x="4764088" y="1403996"/>
            <a:ext cx="762000" cy="216086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CTHS0102</a:t>
            </a:r>
          </a:p>
        </p:txBody>
      </p:sp>
      <p:sp>
        <p:nvSpPr>
          <p:cNvPr id="484" name="Rectangle 21"/>
          <p:cNvSpPr>
            <a:spLocks noChangeArrowheads="1"/>
          </p:cNvSpPr>
          <p:nvPr/>
        </p:nvSpPr>
        <p:spPr bwMode="auto">
          <a:xfrm>
            <a:off x="4764088" y="1794521"/>
            <a:ext cx="762000" cy="216086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CTPM0102</a:t>
            </a:r>
          </a:p>
        </p:txBody>
      </p:sp>
      <p:sp>
        <p:nvSpPr>
          <p:cNvPr id="485" name="Rectangle 22"/>
          <p:cNvSpPr>
            <a:spLocks noChangeArrowheads="1"/>
          </p:cNvSpPr>
          <p:nvPr/>
        </p:nvSpPr>
        <p:spPr bwMode="auto">
          <a:xfrm>
            <a:off x="4764088" y="2185046"/>
            <a:ext cx="762000" cy="216086"/>
          </a:xfrm>
          <a:prstGeom prst="rect">
            <a:avLst/>
          </a:prstGeom>
          <a:solidFill>
            <a:srgbClr val="CC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800">
                <a:solidFill>
                  <a:srgbClr val="666699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CPST0102</a:t>
            </a:r>
          </a:p>
        </p:txBody>
      </p:sp>
      <p:sp>
        <p:nvSpPr>
          <p:cNvPr id="486" name="Text Box 23"/>
          <p:cNvSpPr txBox="1">
            <a:spLocks noChangeArrowheads="1"/>
          </p:cNvSpPr>
          <p:nvPr/>
        </p:nvSpPr>
        <p:spPr bwMode="auto">
          <a:xfrm>
            <a:off x="5102225" y="1215971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87" name="Text Box 24"/>
          <p:cNvSpPr txBox="1">
            <a:spLocks noChangeArrowheads="1"/>
          </p:cNvSpPr>
          <p:nvPr/>
        </p:nvSpPr>
        <p:spPr bwMode="auto">
          <a:xfrm>
            <a:off x="5102225" y="1257246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488" name="Rectangle 25"/>
          <p:cNvSpPr>
            <a:spLocks noChangeArrowheads="1"/>
          </p:cNvSpPr>
          <p:nvPr/>
        </p:nvSpPr>
        <p:spPr bwMode="auto">
          <a:xfrm>
            <a:off x="2643188" y="992527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490" name="Rectangle 26"/>
          <p:cNvSpPr>
            <a:spLocks noChangeArrowheads="1"/>
          </p:cNvSpPr>
          <p:nvPr/>
        </p:nvSpPr>
        <p:spPr bwMode="auto">
          <a:xfrm>
            <a:off x="2643188" y="1398927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sp>
        <p:nvSpPr>
          <p:cNvPr id="491" name="Rectangle 27"/>
          <p:cNvSpPr>
            <a:spLocks noChangeArrowheads="1"/>
          </p:cNvSpPr>
          <p:nvPr/>
        </p:nvSpPr>
        <p:spPr bwMode="auto">
          <a:xfrm>
            <a:off x="2643188" y="2140289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12</a:t>
            </a:r>
          </a:p>
        </p:txBody>
      </p:sp>
      <p:cxnSp>
        <p:nvCxnSpPr>
          <p:cNvPr id="492" name="AutoShape 28"/>
          <p:cNvCxnSpPr>
            <a:cxnSpLocks noChangeShapeType="1"/>
            <a:stCxn id="347" idx="3"/>
            <a:endCxn id="490" idx="1"/>
          </p:cNvCxnSpPr>
          <p:nvPr/>
        </p:nvCxnSpPr>
        <p:spPr bwMode="auto">
          <a:xfrm>
            <a:off x="2471738" y="1115959"/>
            <a:ext cx="171450" cy="40640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3" name="AutoShape 29"/>
          <p:cNvCxnSpPr>
            <a:cxnSpLocks noChangeShapeType="1"/>
            <a:stCxn id="347" idx="3"/>
            <a:endCxn id="491" idx="1"/>
          </p:cNvCxnSpPr>
          <p:nvPr/>
        </p:nvCxnSpPr>
        <p:spPr bwMode="auto">
          <a:xfrm>
            <a:off x="2471738" y="1115959"/>
            <a:ext cx="171450" cy="114776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95" name="Group 31"/>
          <p:cNvGrpSpPr>
            <a:grpSpLocks/>
          </p:cNvGrpSpPr>
          <p:nvPr/>
        </p:nvGrpSpPr>
        <p:grpSpPr bwMode="auto">
          <a:xfrm>
            <a:off x="2787650" y="1641421"/>
            <a:ext cx="69850" cy="468312"/>
            <a:chOff x="1442" y="1227"/>
            <a:chExt cx="44" cy="295"/>
          </a:xfrm>
        </p:grpSpPr>
        <p:sp>
          <p:nvSpPr>
            <p:cNvPr id="496" name="Text Box 32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497" name="Text Box 33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498" name="Text Box 34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2667000" y="649233"/>
            <a:ext cx="271463" cy="254000"/>
          </a:xfrm>
          <a:prstGeom prst="rect">
            <a:avLst/>
          </a:prstGeom>
          <a:solidFill>
            <a:srgbClr val="CC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</a:p>
        </p:txBody>
      </p:sp>
      <p:sp>
        <p:nvSpPr>
          <p:cNvPr id="500" name="Rectangle 36"/>
          <p:cNvSpPr>
            <a:spLocks noChangeArrowheads="1"/>
          </p:cNvSpPr>
          <p:nvPr/>
        </p:nvSpPr>
        <p:spPr bwMode="auto">
          <a:xfrm>
            <a:off x="3284538" y="992527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01</a:t>
            </a:r>
          </a:p>
        </p:txBody>
      </p:sp>
      <p:sp>
        <p:nvSpPr>
          <p:cNvPr id="501" name="Rectangle 37"/>
          <p:cNvSpPr>
            <a:spLocks noChangeArrowheads="1"/>
          </p:cNvSpPr>
          <p:nvPr/>
        </p:nvSpPr>
        <p:spPr bwMode="auto">
          <a:xfrm>
            <a:off x="3284538" y="1400514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02</a:t>
            </a:r>
          </a:p>
        </p:txBody>
      </p:sp>
      <p:sp>
        <p:nvSpPr>
          <p:cNvPr id="502" name="Rectangle 38"/>
          <p:cNvSpPr>
            <a:spLocks noChangeArrowheads="1"/>
          </p:cNvSpPr>
          <p:nvPr/>
        </p:nvSpPr>
        <p:spPr bwMode="auto">
          <a:xfrm>
            <a:off x="3284538" y="2141877"/>
            <a:ext cx="388937" cy="246863"/>
          </a:xfrm>
          <a:prstGeom prst="rect">
            <a:avLst/>
          </a:prstGeom>
          <a:solidFill>
            <a:srgbClr val="CC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>
            <a:spAutoFit/>
          </a:bodyPr>
          <a:lstStyle/>
          <a:p>
            <a:pPr latinLnBrk="0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31</a:t>
            </a:r>
          </a:p>
        </p:txBody>
      </p:sp>
      <p:grpSp>
        <p:nvGrpSpPr>
          <p:cNvPr id="503" name="Group 39"/>
          <p:cNvGrpSpPr>
            <a:grpSpLocks/>
          </p:cNvGrpSpPr>
          <p:nvPr/>
        </p:nvGrpSpPr>
        <p:grpSpPr bwMode="auto">
          <a:xfrm>
            <a:off x="3449638" y="1643008"/>
            <a:ext cx="69850" cy="468313"/>
            <a:chOff x="1442" y="1227"/>
            <a:chExt cx="44" cy="295"/>
          </a:xfrm>
        </p:grpSpPr>
        <p:sp>
          <p:nvSpPr>
            <p:cNvPr id="504" name="Text Box 40"/>
            <p:cNvSpPr txBox="1">
              <a:spLocks noChangeArrowheads="1"/>
            </p:cNvSpPr>
            <p:nvPr/>
          </p:nvSpPr>
          <p:spPr bwMode="auto">
            <a:xfrm>
              <a:off x="1442" y="1227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505" name="Text Box 41"/>
            <p:cNvSpPr txBox="1">
              <a:spLocks noChangeArrowheads="1"/>
            </p:cNvSpPr>
            <p:nvPr/>
          </p:nvSpPr>
          <p:spPr bwMode="auto">
            <a:xfrm>
              <a:off x="1442" y="1318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  <p:sp>
          <p:nvSpPr>
            <p:cNvPr id="506" name="Text Box 42"/>
            <p:cNvSpPr txBox="1">
              <a:spLocks noChangeArrowheads="1"/>
            </p:cNvSpPr>
            <p:nvPr/>
          </p:nvSpPr>
          <p:spPr bwMode="auto">
            <a:xfrm>
              <a:off x="1442" y="1406"/>
              <a:ext cx="4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rIns="0">
              <a:spAutoFit/>
            </a:bodyPr>
            <a:lstStyle>
              <a:lvl1pPr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algn="l" eaLnBrk="0" hangingPunct="0"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lnSpc>
                  <a:spcPct val="110000"/>
                </a:lnSpc>
                <a:spcBef>
                  <a:spcPct val="50000"/>
                </a:spcBef>
                <a:spcAft>
                  <a:spcPct val="0"/>
                </a:spcAft>
                <a:defRPr kumimoji="1" sz="1200" b="1">
                  <a:solidFill>
                    <a:srgbClr val="FF0000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</a:pPr>
              <a:r>
                <a:rPr lang="en-US" altLang="ko-KR" sz="600" b="0">
                  <a:solidFill>
                    <a:schemeClr val="tx1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●</a:t>
              </a:r>
            </a:p>
          </p:txBody>
        </p:sp>
      </p:grpSp>
      <p:sp>
        <p:nvSpPr>
          <p:cNvPr id="507" name="Text Box 43"/>
          <p:cNvSpPr txBox="1">
            <a:spLocks noChangeArrowheads="1"/>
          </p:cNvSpPr>
          <p:nvPr/>
        </p:nvSpPr>
        <p:spPr bwMode="auto">
          <a:xfrm>
            <a:off x="3316288" y="649233"/>
            <a:ext cx="271462" cy="254000"/>
          </a:xfrm>
          <a:prstGeom prst="rect">
            <a:avLst/>
          </a:prstGeom>
          <a:solidFill>
            <a:srgbClr val="CC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ko-KR" altLang="en-US" sz="10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일</a:t>
            </a:r>
          </a:p>
        </p:txBody>
      </p:sp>
      <p:cxnSp>
        <p:nvCxnSpPr>
          <p:cNvPr id="508" name="AutoShape 44"/>
          <p:cNvCxnSpPr>
            <a:cxnSpLocks noChangeShapeType="1"/>
            <a:stCxn id="488" idx="3"/>
            <a:endCxn id="501" idx="1"/>
          </p:cNvCxnSpPr>
          <p:nvPr/>
        </p:nvCxnSpPr>
        <p:spPr bwMode="auto">
          <a:xfrm>
            <a:off x="3032125" y="1115959"/>
            <a:ext cx="252413" cy="4079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9" name="AutoShape 63"/>
          <p:cNvCxnSpPr>
            <a:cxnSpLocks noChangeShapeType="1"/>
            <a:stCxn id="482" idx="3"/>
            <a:endCxn id="349" idx="1"/>
          </p:cNvCxnSpPr>
          <p:nvPr/>
        </p:nvCxnSpPr>
        <p:spPr bwMode="auto">
          <a:xfrm>
            <a:off x="5526088" y="1115958"/>
            <a:ext cx="176212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0" name="AutoShape 76"/>
          <p:cNvCxnSpPr>
            <a:cxnSpLocks noChangeShapeType="1"/>
            <a:stCxn id="500" idx="3"/>
            <a:endCxn id="482" idx="1"/>
          </p:cNvCxnSpPr>
          <p:nvPr/>
        </p:nvCxnSpPr>
        <p:spPr bwMode="auto">
          <a:xfrm flipV="1">
            <a:off x="3673475" y="1115958"/>
            <a:ext cx="1090613" cy="1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2" name="AutoShape 77"/>
          <p:cNvCxnSpPr>
            <a:cxnSpLocks noChangeShapeType="1"/>
            <a:stCxn id="500" idx="3"/>
            <a:endCxn id="483" idx="1"/>
          </p:cNvCxnSpPr>
          <p:nvPr/>
        </p:nvCxnSpPr>
        <p:spPr bwMode="auto">
          <a:xfrm>
            <a:off x="3673475" y="1115959"/>
            <a:ext cx="1090613" cy="39608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" name="AutoShape 78"/>
          <p:cNvCxnSpPr>
            <a:cxnSpLocks noChangeShapeType="1"/>
            <a:stCxn id="500" idx="3"/>
            <a:endCxn id="485" idx="1"/>
          </p:cNvCxnSpPr>
          <p:nvPr/>
        </p:nvCxnSpPr>
        <p:spPr bwMode="auto">
          <a:xfrm>
            <a:off x="3673475" y="1115959"/>
            <a:ext cx="1090613" cy="117713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4" name="AutoShape 79"/>
          <p:cNvCxnSpPr>
            <a:cxnSpLocks noChangeShapeType="1"/>
            <a:stCxn id="500" idx="3"/>
            <a:endCxn id="484" idx="1"/>
          </p:cNvCxnSpPr>
          <p:nvPr/>
        </p:nvCxnSpPr>
        <p:spPr bwMode="auto">
          <a:xfrm>
            <a:off x="3673475" y="1115959"/>
            <a:ext cx="1090613" cy="78660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6" name="AutoShape 81"/>
          <p:cNvCxnSpPr>
            <a:cxnSpLocks noChangeShapeType="1"/>
            <a:stCxn id="488" idx="3"/>
            <a:endCxn id="500" idx="1"/>
          </p:cNvCxnSpPr>
          <p:nvPr/>
        </p:nvCxnSpPr>
        <p:spPr bwMode="auto">
          <a:xfrm>
            <a:off x="3032125" y="1115959"/>
            <a:ext cx="252413" cy="0"/>
          </a:xfrm>
          <a:prstGeom prst="straightConnector1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7" name="AutoShape 82"/>
          <p:cNvCxnSpPr>
            <a:cxnSpLocks noChangeShapeType="1"/>
            <a:stCxn id="488" idx="3"/>
            <a:endCxn id="502" idx="1"/>
          </p:cNvCxnSpPr>
          <p:nvPr/>
        </p:nvCxnSpPr>
        <p:spPr bwMode="auto">
          <a:xfrm>
            <a:off x="3032125" y="1115959"/>
            <a:ext cx="252413" cy="114935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9" name="Text Box 92"/>
          <p:cNvSpPr txBox="1">
            <a:spLocks noChangeArrowheads="1"/>
          </p:cNvSpPr>
          <p:nvPr/>
        </p:nvSpPr>
        <p:spPr bwMode="auto">
          <a:xfrm>
            <a:off x="4740275" y="649233"/>
            <a:ext cx="819150" cy="254000"/>
          </a:xfrm>
          <a:prstGeom prst="rect">
            <a:avLst/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1000">
                <a:solidFill>
                  <a:srgbClr val="993366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EQP UNIT_ID</a:t>
            </a:r>
          </a:p>
        </p:txBody>
      </p:sp>
      <p:sp>
        <p:nvSpPr>
          <p:cNvPr id="520" name="Text Box 95"/>
          <p:cNvSpPr txBox="1">
            <a:spLocks noChangeArrowheads="1"/>
          </p:cNvSpPr>
          <p:nvPr/>
        </p:nvSpPr>
        <p:spPr bwMode="auto">
          <a:xfrm>
            <a:off x="5094288" y="1609671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522" name="Text Box 96"/>
          <p:cNvSpPr txBox="1">
            <a:spLocks noChangeArrowheads="1"/>
          </p:cNvSpPr>
          <p:nvPr/>
        </p:nvSpPr>
        <p:spPr bwMode="auto">
          <a:xfrm>
            <a:off x="5094288" y="1650946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523" name="Text Box 97"/>
          <p:cNvSpPr txBox="1">
            <a:spLocks noChangeArrowheads="1"/>
          </p:cNvSpPr>
          <p:nvPr/>
        </p:nvSpPr>
        <p:spPr bwMode="auto">
          <a:xfrm>
            <a:off x="5094288" y="2003371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525" name="Text Box 98"/>
          <p:cNvSpPr txBox="1">
            <a:spLocks noChangeArrowheads="1"/>
          </p:cNvSpPr>
          <p:nvPr/>
        </p:nvSpPr>
        <p:spPr bwMode="auto">
          <a:xfrm>
            <a:off x="5094288" y="2044646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528" name="Rectangle 237"/>
          <p:cNvSpPr>
            <a:spLocks noChangeArrowheads="1"/>
          </p:cNvSpPr>
          <p:nvPr/>
        </p:nvSpPr>
        <p:spPr bwMode="auto">
          <a:xfrm>
            <a:off x="7972425" y="995308"/>
            <a:ext cx="827088" cy="241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ctr"/>
          <a:lstStyle/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ko-KR" sz="9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IMAGE FILE</a:t>
            </a:r>
          </a:p>
        </p:txBody>
      </p:sp>
      <p:sp>
        <p:nvSpPr>
          <p:cNvPr id="529" name="Text Box 238"/>
          <p:cNvSpPr txBox="1">
            <a:spLocks noChangeArrowheads="1"/>
          </p:cNvSpPr>
          <p:nvPr/>
        </p:nvSpPr>
        <p:spPr bwMode="auto">
          <a:xfrm>
            <a:off x="8367713" y="1295346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531" name="Text Box 239"/>
          <p:cNvSpPr txBox="1">
            <a:spLocks noChangeArrowheads="1"/>
          </p:cNvSpPr>
          <p:nvPr/>
        </p:nvSpPr>
        <p:spPr bwMode="auto">
          <a:xfrm>
            <a:off x="8367713" y="1347733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sp>
        <p:nvSpPr>
          <p:cNvPr id="532" name="Text Box 240"/>
          <p:cNvSpPr txBox="1">
            <a:spLocks noChangeArrowheads="1"/>
          </p:cNvSpPr>
          <p:nvPr/>
        </p:nvSpPr>
        <p:spPr bwMode="auto">
          <a:xfrm>
            <a:off x="8367713" y="1400121"/>
            <a:ext cx="4648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</a:pPr>
            <a:r>
              <a:rPr lang="en-US" altLang="ko-KR" sz="400" b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●</a:t>
            </a:r>
          </a:p>
        </p:txBody>
      </p:sp>
      <p:cxnSp>
        <p:nvCxnSpPr>
          <p:cNvPr id="533" name="AutoShape 261"/>
          <p:cNvCxnSpPr>
            <a:cxnSpLocks noChangeShapeType="1"/>
            <a:stCxn id="373" idx="3"/>
            <a:endCxn id="528" idx="1"/>
          </p:cNvCxnSpPr>
          <p:nvPr/>
        </p:nvCxnSpPr>
        <p:spPr bwMode="auto">
          <a:xfrm flipV="1">
            <a:off x="7850188" y="1115958"/>
            <a:ext cx="122237" cy="1"/>
          </a:xfrm>
          <a:prstGeom prst="straightConnector1">
            <a:avLst/>
          </a:prstGeom>
          <a:noFill/>
          <a:ln w="9525">
            <a:solidFill>
              <a:srgbClr val="00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4" name="Text Box 227"/>
          <p:cNvSpPr txBox="1">
            <a:spLocks noChangeArrowheads="1"/>
          </p:cNvSpPr>
          <p:nvPr/>
        </p:nvSpPr>
        <p:spPr bwMode="auto">
          <a:xfrm>
            <a:off x="3675063" y="6350000"/>
            <a:ext cx="15843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algn="l" eaLnBrk="0" hangingPunct="0"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 kumimoji="1" sz="1200" b="1">
                <a:solidFill>
                  <a:srgbClr val="FF0000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</a:pPr>
            <a:r>
              <a:rPr lang="en-US" altLang="ko-KR">
                <a:solidFill>
                  <a:srgbClr val="0033CC"/>
                </a:solidFill>
                <a:latin typeface="굴림" pitchFamily="50" charset="-127"/>
                <a:ea typeface="굴림" pitchFamily="50" charset="-127"/>
                <a:sym typeface="Wingdings" pitchFamily="2" charset="2"/>
              </a:rPr>
              <a:t></a:t>
            </a:r>
            <a:r>
              <a:rPr lang="ko-KR" altLang="en-US">
                <a:solidFill>
                  <a:srgbClr val="0033CC"/>
                </a:solidFill>
                <a:latin typeface="굴림" pitchFamily="50" charset="-127"/>
                <a:ea typeface="굴림" pitchFamily="50" charset="-127"/>
                <a:sym typeface="Wingdings" pitchFamily="2" charset="2"/>
              </a:rPr>
              <a:t>측정</a:t>
            </a:r>
            <a:r>
              <a:rPr lang="ko-KR" altLang="en-US">
                <a:solidFill>
                  <a:srgbClr val="0033CC"/>
                </a:solidFill>
                <a:latin typeface="굴림" pitchFamily="50" charset="-127"/>
                <a:ea typeface="굴림" pitchFamily="50" charset="-127"/>
              </a:rPr>
              <a:t>기 생성 영역</a:t>
            </a:r>
          </a:p>
        </p:txBody>
      </p:sp>
      <p:sp>
        <p:nvSpPr>
          <p:cNvPr id="536" name="Line 452"/>
          <p:cNvSpPr>
            <a:spLocks noChangeShapeType="1"/>
          </p:cNvSpPr>
          <p:nvPr/>
        </p:nvSpPr>
        <p:spPr bwMode="auto">
          <a:xfrm>
            <a:off x="3741420" y="651293"/>
            <a:ext cx="0" cy="58880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tIns="36000" bIns="36000"/>
          <a:lstStyle/>
          <a:p>
            <a:endParaRPr lang="ko-KR" altLang="en-US"/>
          </a:p>
        </p:txBody>
      </p:sp>
      <p:cxnSp>
        <p:nvCxnSpPr>
          <p:cNvPr id="7" name="직선 연결선 6"/>
          <p:cNvCxnSpPr>
            <a:stCxn id="347" idx="3"/>
            <a:endCxn id="488" idx="1"/>
          </p:cNvCxnSpPr>
          <p:nvPr/>
        </p:nvCxnSpPr>
        <p:spPr>
          <a:xfrm>
            <a:off x="2471738" y="1115959"/>
            <a:ext cx="171450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47298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Rectangle 128"/>
          <p:cNvSpPr>
            <a:spLocks noChangeArrowheads="1"/>
          </p:cNvSpPr>
          <p:nvPr/>
        </p:nvSpPr>
        <p:spPr bwMode="auto">
          <a:xfrm>
            <a:off x="440267" y="1208088"/>
            <a:ext cx="742950" cy="10668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2" name="Rectangle 129"/>
          <p:cNvSpPr>
            <a:spLocks noChangeArrowheads="1"/>
          </p:cNvSpPr>
          <p:nvPr/>
        </p:nvSpPr>
        <p:spPr bwMode="auto">
          <a:xfrm>
            <a:off x="1265767" y="1208088"/>
            <a:ext cx="742950" cy="10668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3" name="Rectangle 130"/>
          <p:cNvSpPr>
            <a:spLocks noChangeArrowheads="1"/>
          </p:cNvSpPr>
          <p:nvPr/>
        </p:nvSpPr>
        <p:spPr bwMode="auto">
          <a:xfrm>
            <a:off x="2091267" y="1208088"/>
            <a:ext cx="742950" cy="10668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4" name="Rectangle 131"/>
          <p:cNvSpPr>
            <a:spLocks noChangeArrowheads="1"/>
          </p:cNvSpPr>
          <p:nvPr/>
        </p:nvSpPr>
        <p:spPr bwMode="auto">
          <a:xfrm>
            <a:off x="2916767" y="1208088"/>
            <a:ext cx="742950" cy="10668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5" name="Rectangle 132"/>
          <p:cNvSpPr>
            <a:spLocks noChangeArrowheads="1"/>
          </p:cNvSpPr>
          <p:nvPr/>
        </p:nvSpPr>
        <p:spPr bwMode="auto">
          <a:xfrm>
            <a:off x="3742267" y="1208088"/>
            <a:ext cx="742950" cy="10668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6" name="Text Box 133"/>
          <p:cNvSpPr txBox="1">
            <a:spLocks noChangeArrowheads="1"/>
          </p:cNvSpPr>
          <p:nvPr/>
        </p:nvSpPr>
        <p:spPr bwMode="auto">
          <a:xfrm>
            <a:off x="687917" y="2427288"/>
            <a:ext cx="1073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4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Model</a:t>
            </a:r>
          </a:p>
        </p:txBody>
      </p:sp>
      <p:sp>
        <p:nvSpPr>
          <p:cNvPr id="417" name="Text Box 134"/>
          <p:cNvSpPr txBox="1">
            <a:spLocks noChangeArrowheads="1"/>
          </p:cNvSpPr>
          <p:nvPr/>
        </p:nvSpPr>
        <p:spPr bwMode="auto">
          <a:xfrm>
            <a:off x="2751667" y="2427288"/>
            <a:ext cx="1073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4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Layer</a:t>
            </a:r>
          </a:p>
        </p:txBody>
      </p:sp>
      <p:sp>
        <p:nvSpPr>
          <p:cNvPr id="418" name="Text Box 135"/>
          <p:cNvSpPr txBox="1">
            <a:spLocks noChangeArrowheads="1"/>
          </p:cNvSpPr>
          <p:nvPr/>
        </p:nvSpPr>
        <p:spPr bwMode="auto">
          <a:xfrm>
            <a:off x="4402667" y="2427288"/>
            <a:ext cx="1073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4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Status</a:t>
            </a:r>
          </a:p>
        </p:txBody>
      </p:sp>
      <p:sp>
        <p:nvSpPr>
          <p:cNvPr id="419" name="Rectangle 136"/>
          <p:cNvSpPr>
            <a:spLocks noChangeArrowheads="1"/>
          </p:cNvSpPr>
          <p:nvPr/>
        </p:nvSpPr>
        <p:spPr bwMode="auto">
          <a:xfrm>
            <a:off x="4567767" y="1208088"/>
            <a:ext cx="742950" cy="10668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0" name="AutoShape 137"/>
          <p:cNvSpPr>
            <a:spLocks/>
          </p:cNvSpPr>
          <p:nvPr/>
        </p:nvSpPr>
        <p:spPr bwMode="auto">
          <a:xfrm rot="5400000">
            <a:off x="1186392" y="1893888"/>
            <a:ext cx="76200" cy="990600"/>
          </a:xfrm>
          <a:prstGeom prst="rightBrace">
            <a:avLst>
              <a:gd name="adj1" fmla="val 10000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1" name="AutoShape 138"/>
          <p:cNvSpPr>
            <a:spLocks/>
          </p:cNvSpPr>
          <p:nvPr/>
        </p:nvSpPr>
        <p:spPr bwMode="auto">
          <a:xfrm rot="5400000">
            <a:off x="3250142" y="1520825"/>
            <a:ext cx="76200" cy="1733550"/>
          </a:xfrm>
          <a:prstGeom prst="rightBrace">
            <a:avLst>
              <a:gd name="adj1" fmla="val 17500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2" name="Text Box 139"/>
          <p:cNvSpPr txBox="1">
            <a:spLocks noChangeArrowheads="1"/>
          </p:cNvSpPr>
          <p:nvPr/>
        </p:nvSpPr>
        <p:spPr bwMode="auto">
          <a:xfrm>
            <a:off x="134144" y="762001"/>
            <a:ext cx="6923881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lang="en-US" altLang="ko-KR" sz="1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 6</a:t>
            </a:r>
            <a:r>
              <a:rPr lang="ko-KR" altLang="en-US" sz="1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자리로 </a:t>
            </a:r>
            <a:r>
              <a:rPr lang="en-US" altLang="ko-KR" sz="1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Layer</a:t>
            </a:r>
            <a:r>
              <a:rPr lang="ko-KR" altLang="en-US" sz="1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대한 정의를 명확하게 구분함</a:t>
            </a:r>
          </a:p>
        </p:txBody>
      </p:sp>
      <p:graphicFrame>
        <p:nvGraphicFramePr>
          <p:cNvPr id="423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7011021"/>
              </p:ext>
            </p:extLst>
          </p:nvPr>
        </p:nvGraphicFramePr>
        <p:xfrm>
          <a:off x="465644" y="3052956"/>
          <a:ext cx="2669116" cy="2849616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46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91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No</a:t>
                      </a:r>
                      <a:endParaRPr kumimoji="1" lang="ko-KR" altLang="ko-KR" sz="11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Layer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Recipe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Buffer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BUF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Bridge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BRI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ILD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ILD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Sensor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SEN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PAC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PAC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90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425" name="Group 2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4956474"/>
              </p:ext>
            </p:extLst>
          </p:nvPr>
        </p:nvGraphicFramePr>
        <p:xfrm>
          <a:off x="3349040" y="3052956"/>
          <a:ext cx="2669116" cy="2850749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46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91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No</a:t>
                      </a:r>
                      <a:endParaRPr kumimoji="1" lang="ko-KR" altLang="ko-KR" sz="11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Status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Recipe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CVD/SPT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Photo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D/E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Strip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Oven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</a:t>
                      </a:r>
                    </a:p>
                  </a:txBody>
                  <a:tcPr marL="99060" marR="99060" marT="45734" marB="4573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99060" marR="99060" marT="45734" marB="4573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915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99060" marR="99060" marT="45708" marB="4570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추후 사용</a:t>
                      </a:r>
                      <a:endParaRPr kumimoji="1" lang="en-US" altLang="ko-KR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9060" marR="99060" marT="45708" marB="4570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426" name="Text Box 275"/>
          <p:cNvSpPr txBox="1">
            <a:spLocks noChangeArrowheads="1"/>
          </p:cNvSpPr>
          <p:nvPr/>
        </p:nvSpPr>
        <p:spPr bwMode="auto">
          <a:xfrm>
            <a:off x="299244" y="2773363"/>
            <a:ext cx="953452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defRPr kumimoji="1" sz="1000" b="1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  <a:buFontTx/>
              <a:buChar char="•"/>
            </a:pPr>
            <a:r>
              <a:rPr lang="en-US" altLang="ko-KR" sz="12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Layer </a:t>
            </a:r>
            <a:r>
              <a:rPr lang="ko-KR" altLang="en-US" sz="1200" b="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추가시</a:t>
            </a:r>
            <a:r>
              <a:rPr lang="ko-KR" altLang="en-US" sz="12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12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Recipe</a:t>
            </a:r>
            <a:r>
              <a:rPr lang="ko-KR" altLang="en-US" sz="1200" b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명 대응 필요함</a:t>
            </a:r>
          </a:p>
        </p:txBody>
      </p:sp>
      <p:sp>
        <p:nvSpPr>
          <p:cNvPr id="21" name="Rectangle 2"/>
          <p:cNvSpPr>
            <a:spLocks noChangeArrowheads="1"/>
          </p:cNvSpPr>
          <p:nvPr/>
        </p:nvSpPr>
        <p:spPr bwMode="auto">
          <a:xfrm>
            <a:off x="57150" y="57150"/>
            <a:ext cx="325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3. DIRECTORY &amp; FILE RULE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2" name="Rectangle 3"/>
          <p:cNvSpPr>
            <a:spLocks noChangeArrowheads="1"/>
          </p:cNvSpPr>
          <p:nvPr/>
        </p:nvSpPr>
        <p:spPr bwMode="auto">
          <a:xfrm>
            <a:off x="5970588" y="203200"/>
            <a:ext cx="2579687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3-6. SERVER DIRECTORY </a:t>
            </a:r>
            <a:r>
              <a:rPr lang="ko-KR" altLang="en-US" sz="1300" b="1"/>
              <a:t>구조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0949539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47238" name="Group 1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078870"/>
              </p:ext>
            </p:extLst>
          </p:nvPr>
        </p:nvGraphicFramePr>
        <p:xfrm>
          <a:off x="163513" y="714375"/>
          <a:ext cx="9613900" cy="4537102"/>
        </p:xfrm>
        <a:graphic>
          <a:graphicData uri="http://schemas.openxmlformats.org/drawingml/2006/table">
            <a:tbl>
              <a:tblPr/>
              <a:tblGrid>
                <a:gridCol w="1344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7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09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23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784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0" marR="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DEFECT_FILE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FILE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시작 구분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NAME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FILE NAME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DEFECT DATA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시작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HEADER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HEADER DATA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시작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필수항목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54000" marR="54000" marT="35991" marB="35991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630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KEY_ID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LOTID+LOT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착공시간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(Format : &lt;LOTID(14bytes)_YYYYMMDDhhmmss(14bytes)&gt;)</a:t>
                      </a:r>
                    </a:p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예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: 8EA00100000_20080124142639,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동일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안의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GLS/PNL Defect File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은 동일한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KEYID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부여</a:t>
                      </a:r>
                    </a:p>
                  </a:txBody>
                  <a:tcPr marL="54000" marR="54000" marT="35991" marB="35991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LOT_ID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LOT 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CST_ID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CASSETTE 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ID (E5 Glass ID)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GLS_CUT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 Cut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(A/B/D), ※ D : Dummy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SLOT_NO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SLOT NUMBER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EQP_ID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EQU ID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작성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(E5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 ID)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MACHINE_ID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MACHINE 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UNIT_ID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MACHINE ID (UNIT LEVEL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검사장비가 아닌 경우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가능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OPER_ID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PROC_ID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공정번호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RECIPE_ID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RECIPE ID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INSP_TIME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시작시간 및 완료시간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시작시간은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INTIME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START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시작 시간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(YYYYMMDDHHMMSS)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END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종료 시간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(YYYYMMDDHHMMSS)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9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/HEADER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HEADER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종료</a:t>
                      </a:r>
                    </a:p>
                  </a:txBody>
                  <a:tcPr marL="54000" marR="54000" marT="35991" marB="3599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21662" name="Text Box 1090"/>
          <p:cNvSpPr txBox="1">
            <a:spLocks noChangeArrowheads="1"/>
          </p:cNvSpPr>
          <p:nvPr/>
        </p:nvSpPr>
        <p:spPr bwMode="auto">
          <a:xfrm>
            <a:off x="6710363" y="6192838"/>
            <a:ext cx="3035300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50000"/>
              </a:spcBef>
              <a:buFontTx/>
              <a:buNone/>
            </a:pPr>
            <a:r>
              <a:rPr lang="en-US" altLang="ko-KR" sz="1000" b="1"/>
              <a:t>※ </a:t>
            </a:r>
            <a:r>
              <a:rPr lang="ko-KR" altLang="en-US" sz="1000" b="1"/>
              <a:t>구분 </a:t>
            </a:r>
            <a:r>
              <a:rPr lang="en-US" altLang="ko-KR" sz="1000" b="1"/>
              <a:t>: E(Element, </a:t>
            </a:r>
            <a:r>
              <a:rPr lang="ko-KR" altLang="en-US" sz="1000" b="1"/>
              <a:t>요소</a:t>
            </a:r>
            <a:r>
              <a:rPr lang="en-US" altLang="ko-KR" sz="1000" b="1"/>
              <a:t>), A(Attribute, </a:t>
            </a:r>
            <a:r>
              <a:rPr lang="ko-KR" altLang="en-US" sz="1000" b="1"/>
              <a:t>속성</a:t>
            </a:r>
            <a:r>
              <a:rPr lang="en-US" altLang="ko-KR" sz="1000" b="1"/>
              <a:t>)</a:t>
            </a:r>
          </a:p>
        </p:txBody>
      </p:sp>
      <p:sp>
        <p:nvSpPr>
          <p:cNvPr id="21663" name="Rectangle 1159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4071" name="Group 13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0219900"/>
              </p:ext>
            </p:extLst>
          </p:nvPr>
        </p:nvGraphicFramePr>
        <p:xfrm>
          <a:off x="144463" y="629630"/>
          <a:ext cx="9615487" cy="5967717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47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BODY</a:t>
                      </a:r>
                      <a:endParaRPr kumimoji="1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DEFECT BODY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항목 시작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PANEL_QTY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수량 정보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항목별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모델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MIAN MODEL GOOD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PHOTO REWORK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NG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MACRO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재검 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재검 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W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양품화될 확률이 높은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W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PANLE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PANLE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특이 불량 등 확인이 필요한 불량 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 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필요한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항목별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모델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모델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GOOD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PHOTO REWORK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NG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MACRO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재검 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재검 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W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양품화될 확률이 높은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W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PANLE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PANLE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특이 불량 등 확인이 필요한 불량 포함한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 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필요한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또는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포함된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84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54000" marR="54000" marT="3600" marB="36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  <p:sp>
        <p:nvSpPr>
          <p:cNvPr id="22676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2677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76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2677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8464" y="5625461"/>
            <a:ext cx="55446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ART, PES</a:t>
            </a:r>
            <a:r>
              <a:rPr lang="ko-KR" altLang="en-US" sz="14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등 추가 장비 </a:t>
            </a:r>
            <a:r>
              <a:rPr lang="ko-KR" altLang="en-US" sz="1400" err="1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투자時</a:t>
            </a:r>
            <a:r>
              <a:rPr lang="ko-KR" altLang="en-US" sz="140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항목 추가 반영 예정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8972154"/>
              </p:ext>
            </p:extLst>
          </p:nvPr>
        </p:nvGraphicFramePr>
        <p:xfrm>
          <a:off x="144094" y="630834"/>
          <a:ext cx="9615487" cy="4896632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3636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JUDGE_INFO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각 검사단계 別 판정 값 및 불량 코드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LATEST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최종 판정 값 및 불량코드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최종 판정 값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최종 불량코드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PTN_REV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 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MMA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 및 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5107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567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89540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293617"/>
              </p:ext>
            </p:extLst>
          </p:nvPr>
        </p:nvGraphicFramePr>
        <p:xfrm>
          <a:off x="144094" y="630834"/>
          <a:ext cx="9615487" cy="5966502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259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REP_INFO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와 관련된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및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MAIN_PNL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실시 및 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MAIN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ACTION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MAIN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SUCCESS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MAIN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SUB_PNL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실시 및 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SUB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ACTION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SUB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SUCCESS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SUB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MAIN_POINT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종류別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RPC1_REVIEW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MPC_REVIEW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 PASSIVATION DOTTING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MANUAL) TAPE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누적수량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TAPE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누적수량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SUB_POINT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종류別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RPC1_REVIEW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MPC_REVIEW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CVD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PR_REPAIR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PASSIVATION DOTTING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5844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1885367"/>
              </p:ext>
            </p:extLst>
          </p:nvPr>
        </p:nvGraphicFramePr>
        <p:xfrm>
          <a:off x="144094" y="630834"/>
          <a:ext cx="9615487" cy="5966514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753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성공여부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PR_REPAIR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REPAIR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PASSIVATION DOTTING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REPAIR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TAPE REPAIR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성공여부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LASER_GREEN_REPAIR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OPEN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PR_REPAIR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REPAIR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PASSIVATION DOTTING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REPAIR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1573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96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TAPE REPAIR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POINT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233030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890833"/>
              </p:ext>
            </p:extLst>
          </p:nvPr>
        </p:nvGraphicFramePr>
        <p:xfrm>
          <a:off x="144094" y="630835"/>
          <a:ext cx="9489426" cy="6116364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89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422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29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까지의 누적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(RPR_FILTERING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과 동일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신규 발생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(PTNMNT, MPC ADJ 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 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PTN_TOTAL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PTN_RTDC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RTDC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FILTERING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PTN_VC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VC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PTN_CDO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CD/OL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MMT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(MPC ADJ 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 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는 대상에서 제외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판정된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1765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_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THUMBNAIL 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까지의 누적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(RPR_FILTERING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과 동일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신규 발생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(PTNMNT, MPC ADJ 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 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PTN_TOTAL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PTN_RTDC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RTDC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FILTERING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PTN_VC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PTN_CDO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CD/OL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MMT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된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MAGE CAPTURE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276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MAGE CAPTURE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_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THUMBNAIL 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852431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5998186"/>
              </p:ext>
            </p:extLst>
          </p:nvPr>
        </p:nvGraphicFramePr>
        <p:xfrm>
          <a:off x="144094" y="630834"/>
          <a:ext cx="9615487" cy="5966509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8540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595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STEP_O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OVER 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OVER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OVER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PTN,RPR,DRP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PTN,RPR,DRP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PTN,RPR,DRP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PTN,RPR,DRP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OVER 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RB OVER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32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RW OVER LARGE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수를 누적으로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110602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094510"/>
              </p:ext>
            </p:extLst>
          </p:nvPr>
        </p:nvGraphicFramePr>
        <p:xfrm>
          <a:off x="144094" y="630834"/>
          <a:ext cx="9615487" cy="5966519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1235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관련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ADR_CHECK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RCS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연결 여부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Judge end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수신 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ADR_JUDGE_CHECK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관련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OP_NG_PNL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AUTO_NG_PNL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ADR_LENS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장비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Review Lens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배율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MAIN_TYPE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E0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F0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G0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SUB_TYPE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E0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F0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G0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884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641181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3407576"/>
              </p:ext>
            </p:extLst>
          </p:nvPr>
        </p:nvGraphicFramePr>
        <p:xfrm>
          <a:off x="144094" y="630834"/>
          <a:ext cx="9615487" cy="5966509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8540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MAIN_TYPE_SUCCESS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E0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F0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G0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SUB_TYPE_SUCCESS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E0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F0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G0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325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568431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433101"/>
              </p:ext>
            </p:extLst>
          </p:nvPr>
        </p:nvGraphicFramePr>
        <p:xfrm>
          <a:off x="144094" y="630834"/>
          <a:ext cx="9615487" cy="5966524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7114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RPC1_G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RPC1_Y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RPC1_N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RPC1_Q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RPC1_Q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RPC1_A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RPC1_B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RPC1_U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RPC1_U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RPC1_L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RPC1_P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RPC1_C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RPC1_T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RPC1_V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RPC1_S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RPC1_X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RPC1_Z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15207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143938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1034360"/>
              </p:ext>
            </p:extLst>
          </p:nvPr>
        </p:nvGraphicFramePr>
        <p:xfrm>
          <a:off x="144094" y="630834"/>
          <a:ext cx="9615487" cy="5978570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482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RPC2_G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RPC2_N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RPC2_U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RPC2_C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RPC2_Q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RPC2_Q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RPC2_Y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RPC2_A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RPC2_U_PATH_NG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RPC2_U_NOPATH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"6"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RPC2_U_1_TO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"7"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57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RPC2_U_9_TO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"8"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6226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RPC2_SKIP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 Change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시점에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JUDGE_FINAL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"P"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(PNL Skip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및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 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진행되지 않은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 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92620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253340"/>
              </p:ext>
            </p:extLst>
          </p:nvPr>
        </p:nvGraphicFramePr>
        <p:xfrm>
          <a:off x="144094" y="630834"/>
          <a:ext cx="9615487" cy="5894508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8038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RPC1_G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RPC1_Y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RPC1_N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RPC1_Q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RPC1_Q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RPC1_A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RPC1_B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RPC1_U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RPC1_U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RPC1_L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RPC1_P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RPC1_C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RPC1_T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RPC1_V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RPC1_S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RPC1_X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0565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RPC1_Z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815399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2582140"/>
              </p:ext>
            </p:extLst>
          </p:nvPr>
        </p:nvGraphicFramePr>
        <p:xfrm>
          <a:off x="144094" y="630835"/>
          <a:ext cx="9615487" cy="5895481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4966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RPC2_G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RPC2_N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RPC2_U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RPC2_C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RPC2_Q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RPC2_Q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RPC2_Y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RPC2_A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RPC2_U_PATH_NG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RPC2_U_NOPATH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"6"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RPC2_U_1_TO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"7"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275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RPC2_U_9_TO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"8"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7333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RPC2_SKIP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 Change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시점에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JUDGE_FINAL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"P"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(PNL Skip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및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 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진행되지 않은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 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925725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3646056"/>
              </p:ext>
            </p:extLst>
          </p:nvPr>
        </p:nvGraphicFramePr>
        <p:xfrm>
          <a:off x="144094" y="630835"/>
          <a:ext cx="9615487" cy="5894500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743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ADJ_MASTER_DATA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DISTANCE_SPEC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거리사 설정 값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(mm)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ADJ_FILTERING_DEF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ADJ_Total_DEF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)+12(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PTN_MNT_Def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)+21(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305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826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610229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409008"/>
              </p:ext>
            </p:extLst>
          </p:nvPr>
        </p:nvGraphicFramePr>
        <p:xfrm>
          <a:off x="144094" y="630835"/>
          <a:ext cx="9615487" cy="5894508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12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268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ADJ_SKIP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Info [ADJ_MODE="2"]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ADJ_ROTATION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Rotation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값의 평균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ADJ_FOCUS_INDEX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Focus index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값의 평균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595398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1333098"/>
              </p:ext>
            </p:extLst>
          </p:nvPr>
        </p:nvGraphicFramePr>
        <p:xfrm>
          <a:off x="144094" y="630835"/>
          <a:ext cx="9615487" cy="5936146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12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GLASS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ADJ_FILTERING_DEF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ADJ_Total_DEF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)+12(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PTN_MNT_Def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)+21(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268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673298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9295569"/>
              </p:ext>
            </p:extLst>
          </p:nvPr>
        </p:nvGraphicFramePr>
        <p:xfrm>
          <a:off x="144094" y="630835"/>
          <a:ext cx="9615487" cy="5894508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2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12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268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ADJ_SKIP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Info [ADJ_MODE="2"]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ADJ_ROTATION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Rotation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값의 평균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ADJ_FOCUS_INDEX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Focus index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값의 평균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744141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097860"/>
              </p:ext>
            </p:extLst>
          </p:nvPr>
        </p:nvGraphicFramePr>
        <p:xfrm>
          <a:off x="144094" y="630835"/>
          <a:ext cx="9615487" cy="5951812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28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128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MAIN_SET_DEFECT_DATA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Set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MPC_SET_ADJ_RESULT_CODE="2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959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MPC_SET_ADJ_RESULT_CODE="3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MPC_SET_ADJ_RESULT_CODE="4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MPC_SET_ADJ_RESULT_CODE="5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MPC_SET_ADJ_RESULT_CODE="6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MPC_SET_ADJ_RESULT_CODE="7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MPC_SET_ADJ_RESULT_CODE="8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MPC_SET_ADJ_RESULT_CODE="9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268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148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MPC_SET_ADJ_RESULT_CODE="10"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715667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803035"/>
              </p:ext>
            </p:extLst>
          </p:nvPr>
        </p:nvGraphicFramePr>
        <p:xfrm>
          <a:off x="144094" y="630830"/>
          <a:ext cx="9615487" cy="5822505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28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1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1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1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1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MPC_ADJ_RESULT_CODE="2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1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MPC_ADJ_RESULT_CODE="3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1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MPC_ADJ_RESULT_CODE="4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MPC_ADJ_RESULT_CODE="5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MPC_ADJ_RESULT_CODE="6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MPC_ADJ_RESULT_CODE="7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MPC_ADJ_RESULT_CODE="8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MPC_ADJ_RESULT_CODE="9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3562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3328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43562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041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MPC_ADJ_RESULT_CODE="10"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328145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618260"/>
              </p:ext>
            </p:extLst>
          </p:nvPr>
        </p:nvGraphicFramePr>
        <p:xfrm>
          <a:off x="144094" y="630833"/>
          <a:ext cx="9615487" cy="5899617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28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474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SUB_SET_DEFECT_DATA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Set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MPC_SET_ADJ_RESULT_CODE="2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MPC_SET_ADJ_RESULT_CODE="3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MPC_SET_ADJ_RESULT_CODE="4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32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MPC_SET_ADJ_RESULT_CODE="5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332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MPC_SET_ADJ_RESULT_CODE="6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32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MPC_SET_ADJ_RESULT_CODE="7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332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MPC_SET_ADJ_RESULT_CODE="8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332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MPC_SET_ADJ_RESULT_CODE="9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3553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063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332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43553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035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MPC_SET_ADJ_RESULT_CODE="10"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351278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8289588"/>
              </p:ext>
            </p:extLst>
          </p:nvPr>
        </p:nvGraphicFramePr>
        <p:xfrm>
          <a:off x="144094" y="630832"/>
          <a:ext cx="9615487" cy="5894507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86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080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52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MPC_ADJ_RESULT_CODE="2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MPC_ADJ_RESULT_CODE="3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MPC_ADJ_RESULT_CODE="4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MPC_ADJ_RESULT_CODE="5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MPC_ADJ_RESULT_CODE="6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MPC_ADJ_RESULT_CODE="7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MPC_ADJ_RESULT_CODE="8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MPC_ADJ_RESULT_CODE="9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719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MPC_ADJ_RESULT_CODE="10"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956647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7555358"/>
              </p:ext>
            </p:extLst>
          </p:nvPr>
        </p:nvGraphicFramePr>
        <p:xfrm>
          <a:off x="144094" y="630828"/>
          <a:ext cx="9615487" cy="5894515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86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476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전체 불량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ADR_DETECT_OK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70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ADR_LASER_PATH_CHANGE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ADR_FAIL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SUB 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전체 불량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ADR_DETECT_OK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070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ADR_LASER_PATH_CHANGE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ADR_FAIL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5352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SPECIFIC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Layer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UNIT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호기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호기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호기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호기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호기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TACT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Tact Time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정보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Tact Time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Tact Time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Tact Time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COATER_NZL/VCD/HP/CP/OVEN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Tact Time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REWORK_INFO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別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 Rework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횟수 기록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BRI_RWK_CNT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 Layer RWK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횟수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ILD_RWK_CNT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 Layer RWK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횟수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SEN_RWK_CNT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 Layer RWK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횟수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58424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PAC_RWK_CNT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 Layer RWK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횟수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888497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5019590"/>
              </p:ext>
            </p:extLst>
          </p:nvPr>
        </p:nvGraphicFramePr>
        <p:xfrm>
          <a:off x="144094" y="630828"/>
          <a:ext cx="9615487" cy="5947232"/>
        </p:xfrm>
        <a:graphic>
          <a:graphicData uri="http://schemas.openxmlformats.org/drawingml/2006/table">
            <a:tbl>
              <a:tblPr/>
              <a:tblGrid>
                <a:gridCol w="10266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79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835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647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68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561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13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IMAGE_FILE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각 검사장비에서 촬영한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 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이 저장된 경로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REF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REF IMAGE 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INDEX FILE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경로 및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MAP IMAGE FILE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경로 및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여러장일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경우 맨 마지막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개만 기록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519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MAC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MANUAL MACRO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MAP IMAGE 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경로 및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여러장일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경우 맨 마지막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개만 기록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MAP IMAGE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FILE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경로 및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(IMAGE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여러장일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경우 마지막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매만 기록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))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AMA_REVIEW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RPC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검사를 위한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Review Image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관련 정보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, Layer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 진행 되면 파일 순서 번호를 늘여 가며 누적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IMG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SEQ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순서번호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LAYER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Layer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정보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8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PATH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 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이 저장된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Path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얼룩에 대한 확대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도 해당 경로에 포함되어야 함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6519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NAME_NORMAL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RPC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에 대표 이미지로 표시할 원장 전체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의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Name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을 작성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(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나머지 얼룩 부분 확대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는 원장 전체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 File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 뒤에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_D1, _D2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와 같이 작성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65198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NAME_TURN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RPC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에 대표 이미지로 표시할 원장 전체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중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Turn Image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Name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을 작성</a:t>
                      </a:r>
                      <a:endParaRPr lang="en-US" altLang="ko-KR" sz="900" b="0" i="0" u="none" strike="noStrike" baseline="0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촬영하지 않는 경우 </a:t>
                      </a:r>
                      <a:r>
                        <a:rPr lang="ko-KR" altLang="en-US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빈값으로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보고 하여도 무방함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6519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ART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ART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 FILE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경로 및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FILE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명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여기서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경로는 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ART Review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할 이미지가 저장된 폴더 경로여야 한다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. ART RPC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는 해당 폴더의 모든 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Image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를  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Review 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대상으로  한다</a:t>
                      </a: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.</a:t>
                      </a:r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212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MURA_BUF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ToE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요청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추가 항목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212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MURA_BRI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ToE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요청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추가 항목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212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MURA_ILD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ToE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요청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추가 항목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5212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MURA_SEN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ToE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요청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추가 항목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5212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MURA_PAC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ToE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요청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추가 항목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87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7192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/BODY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GLASS DEFECT BODY DATA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종료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303947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6088589"/>
              </p:ext>
            </p:extLst>
          </p:nvPr>
        </p:nvGraphicFramePr>
        <p:xfrm>
          <a:off x="144094" y="630833"/>
          <a:ext cx="9615487" cy="5885823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28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238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DEFECT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시작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HEADER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HEADER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시작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01"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KEY_ID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LOTID+LOT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착공시간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Format : &lt;LOTID(14bytes)_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YYYYMMDDhhmmss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(14bytes)&gt;)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51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: 8EA00100000_20080124142639,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동일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Lot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안의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GLS/PNL Defect File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은 동일한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KEYID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부여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PANEL_ID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ToE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P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ANEL ID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MAIN_SUB_INFO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Main(M) / Sub(S) Panel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구분자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 : MAIN / S : SUB) –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구분자로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M/S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사용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/HEADER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HEADER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종료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BODY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DEFECT BODY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시작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JUDGE_INFO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각 검사단계 別 판정 값 및 불량 코드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LATEST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필수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최종 판정 값 및 불량코드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최종 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최종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LOS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PTN_REV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가상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Arial" panose="020B0604020202020204" pitchFamily="34" charset="0"/>
                      </a:endParaRP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가상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RPR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RPR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RPR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RPR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MMA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DRP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 및 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JUDGE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판정 값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65101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REASON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불량코드</a:t>
                      </a:r>
                    </a:p>
                  </a:txBody>
                  <a:tcPr marL="36000" marR="36000" marT="621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939523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459797"/>
              </p:ext>
            </p:extLst>
          </p:nvPr>
        </p:nvGraphicFramePr>
        <p:xfrm>
          <a:off x="144094" y="630833"/>
          <a:ext cx="9615487" cy="5894509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4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8900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REP_INFO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와 관련된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REP_PANEL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(Y, 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표기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ACTION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대해서 성공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실패 여부 표시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종류별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RPC1_REVIEW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MPC_REVIEW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작업자가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LASER_UV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CVD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PR_REPAIR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PASSIVATION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(MANUAL)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공정에서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공정에서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TAPE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 종류별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AUTO_LASER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CVD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AUTO_CVD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CVD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PR_REPAIR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MAIN PANEL 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 PASSIVATION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성공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(MANUAL) TAPE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수량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5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06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AUTO_TAPE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TAPE REPAIR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수량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941500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621316"/>
              </p:ext>
            </p:extLst>
          </p:nvPr>
        </p:nvGraphicFramePr>
        <p:xfrm>
          <a:off x="144094" y="630833"/>
          <a:ext cx="9615487" cy="5894518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4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892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內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까지의 누적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(PANEL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모든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검출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(RPR_FILTERING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과 동일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신규 발생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(PTNMNT, MPC ADJ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PTN_TOTAL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PTN_RTDC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RTDC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FILTERING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PTN_VC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VC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PTN_CDO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CD/OL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81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881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MMT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판정된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IMAGE CAPTURE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879135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6292165"/>
              </p:ext>
            </p:extLst>
          </p:nvPr>
        </p:nvGraphicFramePr>
        <p:xfrm>
          <a:off x="144094" y="630833"/>
          <a:ext cx="9615487" cy="5451726"/>
        </p:xfrm>
        <a:graphic>
          <a:graphicData uri="http://schemas.openxmlformats.org/drawingml/2006/table">
            <a:tbl>
              <a:tblPr/>
              <a:tblGrid>
                <a:gridCol w="11493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4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892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까지의 누적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검출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(RPR_FILTERING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과 동일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NEW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신규 발생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(PTNMNT, MPC ADJ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PTN_TOTAL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PTN_RTDC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RTDC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FILTERING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PTN_VC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VC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PTN_CDO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CD/OL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INTERSECTION_LOS_PTN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81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CUM_ART_PTN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ART∪PTN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INTERSECTION_ART_PTN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ART∩PTN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8814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MMT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RPR_FILTERING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까지의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누적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785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PTN_IMAGE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PTN,DRP,RPR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STEP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IMAGE CAPTURE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334141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7525295"/>
              </p:ext>
            </p:extLst>
          </p:nvPr>
        </p:nvGraphicFramePr>
        <p:xfrm>
          <a:off x="144094" y="630845"/>
          <a:ext cx="9615487" cy="5974320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4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59256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STEP_S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STEP_M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STEP_L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STEP_O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OVER 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OVER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STEP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OVER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CUM_S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PTN,RPR,DRP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SMALL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CUM_M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MIDDLE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CUM_L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CUM_O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E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OVER LAGRE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RB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OVER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9554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　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A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PTN,RPR,PRR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검사 결과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발생한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RW 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OVER SIZE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anose="020B0604020202020204" pitchFamily="34" charset="0"/>
                        </a:rPr>
                        <a:t>수</a:t>
                      </a:r>
                    </a:p>
                  </a:txBody>
                  <a:tcPr marL="36000" marR="36000" marT="475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AMA_MEASURE_DATA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MEASURE 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MEASURE_DATA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MEASURE 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MU_TYPE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종류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위치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위치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MU_SIZE_X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MU_SIZE_Y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MU_GRAY_LEVEL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GLAY LEVEL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MU_RSV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결함 자동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수치값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REVIEW_OP_ID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FIRST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중에서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첫번째로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많이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SECOND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중에서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두번째로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많이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THIRD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중에서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세번째로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많이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FOURTH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중에서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네번째로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많이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9234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FIFTH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중에서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다섯번째로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많이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562284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35505"/>
              </p:ext>
            </p:extLst>
          </p:nvPr>
        </p:nvGraphicFramePr>
        <p:xfrm>
          <a:off x="144094" y="630843"/>
          <a:ext cx="9615487" cy="5898241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28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3281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관련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9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AUTO_JUDGE_CHECK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자동 판정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Logic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의해 장비가 자동 판정한 경우 판정 종류에 따라 해당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Field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Check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Ex) TFT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: ET_AT,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거리사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Spec over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TYPE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 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현공정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E0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F0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현공정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G0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TYPE_SUCCESS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현공정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E0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F0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G0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A1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현공정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B1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C1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1446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TYPE D1 SUCCESS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208612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982255"/>
              </p:ext>
            </p:extLst>
          </p:nvPr>
        </p:nvGraphicFramePr>
        <p:xfrm>
          <a:off x="144094" y="630836"/>
          <a:ext cx="9615487" cy="5894516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86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00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6806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RPC1_G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RPC1_Y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RPC1_N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RPC1_Q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RPC1_Q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RPC1_A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RPC1_B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RPC1_U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RPC1_U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검사 대상 중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RPC1_L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RPC1_P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RPC1_C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RPC1_T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RPC1_V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검사 대상 중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RPC1_S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RPC1_X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RPC1_E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RPC1_D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RPC1_K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RPC1_F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RPC1_M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RPC1_W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RPC1_W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RPC2_L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RPC2_G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RPC2_N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RPC2_U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RPC2_C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RPC2_Y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RPC2_Q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RPC2_Q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 RPC2_A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 PATH_NG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"1"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의 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 NOPATH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, 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"6"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ADJ_T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RPC2_U_1_TO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, 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"7"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ADJ_V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RPC2_U_9_TO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현공정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JUDGE_RPC2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U"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이고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ADR_PATH_NG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"8"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ADJ_S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기록내용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605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RPC2_SKIP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현공정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GLS Change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시점에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JUDGE_FINAL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P"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ADJ_L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기록 내용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13528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315537"/>
              </p:ext>
            </p:extLst>
          </p:nvPr>
        </p:nvGraphicFramePr>
        <p:xfrm>
          <a:off x="144094" y="630836"/>
          <a:ext cx="9615487" cy="6034401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946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124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ADJ_TIMEOUT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ADJ_TIMEOUT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ADJ_FILTERING_DEF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판정한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JUDGE_ADJ="G"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현 공정 수량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ADJ_MODE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0: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일반모드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1: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비교모드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2:Skip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(NotUse)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ADJ_Total_DEF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)+12(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PTN_MNT_Def.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)+21(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or"2"or"3"or"4"or"5"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1095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8503755"/>
              </p:ext>
            </p:extLst>
          </p:nvPr>
        </p:nvGraphicFramePr>
        <p:xfrm>
          <a:off x="144094" y="630836"/>
          <a:ext cx="9615487" cy="5333879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946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124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개수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ADJ_PTNMNT_NO_RECIPE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PTN_ART_LOS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"9"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Result 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889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ADJ_SKIP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Info [ADJ_MODE="2"]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ADJ_ROTATION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Rotation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값의 평균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7526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ADJ_FOCUS_INDEX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Focus index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값의 평균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DEFECT/ADJ_MODE=2)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866015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1336881"/>
              </p:ext>
            </p:extLst>
          </p:nvPr>
        </p:nvGraphicFramePr>
        <p:xfrm>
          <a:off x="144094" y="630836"/>
          <a:ext cx="9615487" cy="6048362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185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727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SET_DEFECT_DATA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Paenl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SET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SET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MPC_SET_ADJ_RESULT_CODE="2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MPC_SET_ADJ_RESULT_CODE="3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MPC_SET_ADJ_RESULT_CODE="4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MPC_SET_ADJ_RESULT_CODE="5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MPC_SET_ADJ_RESULT_CODE="6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MPC_SET_ADJ_RESULT_CODE="7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MPC_SET_ADJ_RESULT_CODE="8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MPC_SET_ADJ_RESULT_CODE="9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MPC_SET_ADJ_RESULT_CODE="10"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Paenl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MPC_SET_ADJ_RESULT_CODE="2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MPC_SET_ADJ_RESULT_CODE="3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MPC_SET_ADJ_RESULT_CODE="4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MPC_SET_ADJ_RESULT_CODE="5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MPC_ADJ_DETECT_OVERKILL_R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MPC_SET_ADJ_RESULT_CODE="6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MPC_ADJ_DETECT_OVERKILL_M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MPC_SET_ADJ_RESULT_CODE="7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842573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3083460"/>
              </p:ext>
            </p:extLst>
          </p:nvPr>
        </p:nvGraphicFramePr>
        <p:xfrm>
          <a:off x="144094" y="630836"/>
          <a:ext cx="9615487" cy="4310754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185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727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MPC_ADJ_DETECT_LEAKAGE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MPC_SET_ADJ_RESULT_CODE="8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MPC_SET_ADJ_RESULT_CODE="9 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MPC_ADJ_DETECT_ONLY_ADJ_OK_ETC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MPC_ADJ_DETECT_ONLY_ADJ_HOLD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MPC_ADJ_DETECT_ONLY_MPC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MPC_ADJ_DETECT_NETWORK_ERROR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MPC_ADJ_DETECT_NO_RECIPE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MPC_SET_ADJ_RESULT_CODE="10"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AADR_ADJ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DEFECT_DATA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AADR DEFECT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ADR_DETECT_DEF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전체 불량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ADR_DETECT_OK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ADR_RESULT_CODE="1"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ADR_LASER_PATH_CHANGE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ADR_RESULT_CODE="2"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ADR_FAIL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ADR_RESULT_CODE="3"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ADR_NO_RECIPE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ADR_RESULT_CODE="4"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MURA_INFO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MURA_X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판정시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중간 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MURA_Y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판정시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중간 값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720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/BODY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DEFECT BODY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항목 종료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220198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402322"/>
              </p:ext>
            </p:extLst>
          </p:nvPr>
        </p:nvGraphicFramePr>
        <p:xfrm>
          <a:off x="144094" y="630837"/>
          <a:ext cx="9615487" cy="6313738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706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200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DEFECT_INFO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[</a:t>
                      </a:r>
                      <a:r>
                        <a:rPr lang="ko-KR" altLang="en-US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필독</a:t>
                      </a:r>
                      <a:r>
                        <a:rPr lang="en-US" altLang="ko-KR" sz="900" b="1" i="0" u="none" strike="noStrike">
                          <a:solidFill>
                            <a:srgbClr val="FF33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]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각 불량의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시작</a:t>
                      </a:r>
                      <a:endParaRPr lang="ko-KR" altLang="en-US" sz="900" b="1" i="0" u="none" strike="noStrike">
                        <a:solidFill>
                          <a:srgbClr val="FF33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각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들의 상세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SHOP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SHOP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구분자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불량이 최초 검출된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Shop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을 기록 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/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pOC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/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3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개중 기록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DEF_NO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SERIAL NO OF PANEL. 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TITLE 1,2,3,…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VALUE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임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PROC_ID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최초로 검출한 검사공정 번호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UNIT_ID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검출한 검사기 장비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ID (8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최초 검출 장비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GLS_START_TIME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INSPECTION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시간과 분 표기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YYYYMMDDhhmmss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(14bytes))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POINT_X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POINT (GLASS CENTER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0,0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설정함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mm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)), PTN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POINT_Y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POINT (GLASS CENTER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0,0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설정함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mm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)), PTN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LINE_X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 (GLASS CENTER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0,0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설정함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)),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ART/LOS/PES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LINE_Y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 (GLASS CENTER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0,0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설정함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)),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ART/LOS/PES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ADJUST_X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POINT (GLASS CENTER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0,0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설정함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mm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)), 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장비간의 좌표정합성 검증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ADJUST_Y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POINT (GLASS CENTER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0,0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으로 설정함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mm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)), 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장비간의 좌표정합성 검증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GATE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(DATA LINE NO (INTEGER)), 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DATA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(DATA LINE NO (INTEGER)), PTN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GATE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(DATA LINE NO (INTEGER)), ART/LOS/PES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DATA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(DATA LINE NO (INTEGER)), ART/LOS./PES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ADJUST_G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GATE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(DATA LINE NO (INTEGER)), 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장비간의 좌표정합성 검증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ADJUST_D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DATA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(DATA LINE NO (INTEGER)), RPR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장비간의 좌표정합성 검증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ACTIVE_AREA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ACTIVE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영역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=0, A/A Edge = 1, PAD/GIP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영역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=2,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그 외 영역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=3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POINT_TFT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_X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AP3 TFT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기판 기준 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(DEFECT FILE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사양서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1.1VER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POINT_TFT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_Y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AP3 TFT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기판 기준 좌표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(DEFECT FILE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사양서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1.1VER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XPIXEL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 Size (INTEGER),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 검출 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YPIXEL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 Size (INTEGER),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 검출 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크기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(INTEGER),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 검출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㎛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 검출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㎛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 검출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불량을 원형으로 했을 때 지름의 크기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㎛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 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 검출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RANK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SIZE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등급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S,M,L,O)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투과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반사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(RW,RB)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MASK 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부 표시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可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=1,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不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=0)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PROC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공정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NAME (Ex=BM,ES,RE,GR,BL,OC,CS,FI,G1,G2,G3,A1~~PI,SE)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40530"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PTN_AUTO_CAPTURE</a:t>
                      </a:r>
                    </a:p>
                  </a:txBody>
                  <a:tcPr marL="36000" marR="36000" marT="36007" marB="360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A</a:t>
                      </a:r>
                    </a:p>
                  </a:txBody>
                  <a:tcPr marL="36000" marR="36000" marT="36007" marB="360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RPC Review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를 위해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검사기에서 검출된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Defect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에 대한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Review Image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자동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Capture </a:t>
                      </a:r>
                      <a:r>
                        <a:rPr lang="ko-KR" altLang="en-US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여부 </a:t>
                      </a:r>
                      <a:r>
                        <a:rPr lang="en-US" altLang="ko-KR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+mn-cs"/>
                        </a:rPr>
                        <a:t>(Y/N)</a:t>
                      </a:r>
                      <a:endParaRPr lang="ko-KR" altLang="en-US" sz="9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  <a:cs typeface="+mn-cs"/>
                      </a:endParaRPr>
                    </a:p>
                  </a:txBody>
                  <a:tcPr marL="36000" marR="36000" marT="36007" marB="360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6527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5398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PTN_ART_LOS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BLANK :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미검출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1:PTN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2:ART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3:ART/PTN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4:LOS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5:LOS/PTN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9:RPR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410440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0931746"/>
              </p:ext>
            </p:extLst>
          </p:nvPr>
        </p:nvGraphicFramePr>
        <p:xfrm>
          <a:off x="144094" y="630849"/>
          <a:ext cx="9615487" cy="6074138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706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934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pOT_pOC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pOC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유무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(Y/N)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51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itchFamily="34" charset="0"/>
                        </a:rPr>
                        <a:t>FILTERING</a:t>
                      </a:r>
                    </a:p>
                  </a:txBody>
                  <a:tcPr marL="54000" marR="54000" marT="36001" marB="360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1" marB="360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이전 검사 장비에서의 검출 유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무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(Y,N)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1" marB="360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51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  <a:cs typeface="Arial" pitchFamily="34" charset="0"/>
                        </a:rPr>
                        <a:t>FILTERING_UNIT</a:t>
                      </a:r>
                    </a:p>
                  </a:txBody>
                  <a:tcPr marL="54000" marR="54000" marT="36001" marB="360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54000" marR="54000" marT="36001" marB="360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Dotum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된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kumimoji="1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최초 검사 </a:t>
                      </a:r>
                      <a:r>
                        <a:rPr kumimoji="1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Unit ID</a:t>
                      </a:r>
                      <a:endParaRPr kumimoji="1" lang="ko-K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54000" marR="54000" marT="36001" marB="360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Code (EX:1P,2P,DO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등등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ART_VOLT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Defect Voltage (EX:-1,2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등등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ART_SITE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Defect SITE Avg. Voltage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ART_STDEV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Defect SITE Standard Deviation Voltage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ART_DEFECT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Dual threshold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적용時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후보점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구분자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Field.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4035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LDS_DETECT_DIRECTION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LDS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검출 방향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 Gate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검출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G, Data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방향 검출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D, </a:t>
                      </a:r>
                      <a: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양방향 검출 </a:t>
                      </a:r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CCD_NO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CCD CAMERA 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REF_GL_MAX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비교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 Max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REF_GL_MIN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비교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 Min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DEF_GL_MAX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 검출 불량의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 Max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DEF_GL_MIN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 검출 불량의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 Min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GL_GAP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불량의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정상부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대비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차이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RTDC_CODE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 자체의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위치와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의한 분류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CODE(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:BG_BG, GA_SM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RTDC_FILTER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RTDC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Filtering=ER, Non Filtering=HD)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FILTERING_FILTER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Algorithm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Filtering=ER, Non Filtering=HD)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RTDC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後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Non-Filtering 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 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VC_FILTER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수행 後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Filtering=ER, Non Filtering=HD)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VC_JUDGE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처리後 해당 불량에 대한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비대상 구분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숫자로 구분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OVERLAY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Overlay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Macro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Macro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AMA_MU_TYPE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종류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AMA_MU_INT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Level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282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AMA_MU_RSV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얼룩 자동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점수값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106747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6572099"/>
              </p:ext>
            </p:extLst>
          </p:nvPr>
        </p:nvGraphicFramePr>
        <p:xfrm>
          <a:off x="144094" y="630853"/>
          <a:ext cx="9615487" cy="6203616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706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331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LOS_UNIT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검출한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UNIT (1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: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SENSOR, 2:PTN)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POSITION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CODE (ex. Open, Short,…)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LINE_VOLT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검출한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LINE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VOLTAGE 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POS_VLOT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검출한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POSITION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VOLTAGE 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POS_DEF_NO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검사기의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POSITION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번호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ex. 0,1,2,3,4,5,…),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부터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NUMBERING, 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POSITION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미검출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REP_PROC_ID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공정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REP_UNIT_ID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장비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ID (REVIEW or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POINT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에만 기록됨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RPC1_OP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 OPERATOR 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RPC2_OP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 OPERATOR 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MPC_OP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MANUAL OPERATOR 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QPC_OP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 OPERATOR 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FILTERING_CHECK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해당 공정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Filtering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조건에 부합하는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대해 해당 공정번호 표시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(Field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기록되어 있는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Overwrite)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0357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REP_VALUE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실시여부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(1=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REVIEW,2=LASER,3=TAPE,4=AUTO TAPE,5=LASER&amp;TAPE,,6=Open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Repair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,7=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LASER,</a:t>
                      </a:r>
                    </a:p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8=AUTO Open Repair("-"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),9=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 REPAIR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LASER_WAVELENGTH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1=IR, 2=UV, 3=DUV,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LASER_POWER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 POWER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REP_B_HEIGHT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전 돌기높이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기록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㎛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REP_C_HIGHT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후 돌기높이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측정시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기록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소수점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㎛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단위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JUDGE_FINAL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최종 불량판정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불량판정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검사자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(RPC1 JUDGE)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JUDGE_RPC2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검사자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(RPC2 JUDGE)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JUDGE_MPC_REV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MANUAL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REV JUDGE)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JUDGE_MPC_REP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MANUAL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REP JUDGE)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JUDGE_REV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 판정값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JUDGE_REP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경우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대한 최종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4625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JUDGE_QPC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검사자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(or ADJ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코드 검증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Simulator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576289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324236"/>
              </p:ext>
            </p:extLst>
          </p:nvPr>
        </p:nvGraphicFramePr>
        <p:xfrm>
          <a:off x="144094" y="630849"/>
          <a:ext cx="9615487" cy="4794996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162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905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166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CAPTURE_MODE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 Image Capture Case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(1: 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S6F21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전송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일반적인 경우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2: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하지 않고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S6F21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만 전송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 Flaw map Defect, 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3:Image Capture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S6F21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을 전송하지 않고 해당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PTNMNT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4: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하지 않고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도 저장하지 않는 경우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IMAGE_FILE_NO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FILE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누적으로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TOTAL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개수 표시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MU_AREA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ART_CODE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이고 해당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PNL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 Code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있는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결함이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MU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영역 내에 존재하는가의 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RPC_MODE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Review&amp;Path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Mode=0, Review / Path Only Mode=1 ※ADR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사양 근거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6-31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Msg.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구분자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기준으로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JUDGE_PRPC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검사자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: P,A,U,Q,C,N,G,L,T,C,D ※PRPC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사양 근거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6-31Msg.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REASON_PRPC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PRPC (Review) Reason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코드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※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PRPC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 경우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사양 근거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6-31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Msg.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PRPC_OP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RPC OPERATOR ID※PRPC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 경우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사양 근거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6-31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Msg.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내용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PGPC_OP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Path Generation PC OPERATOR ID (RPC Type=0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인 경우는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RPC1_OP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와 동일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REVIEW_CAMERA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Review Camera 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돌기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용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연마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CNT)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DIGITAL_ZOOM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DIGITAL ZOOM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1|0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CAPTURE_MAG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배율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DIGITAL_ZOOM_MAG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ZOOM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배율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LASER_IR_CNT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IR LASER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사용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LASER_GREEN_CNT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GREEN LASER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사용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LASER_DUV_CNT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DUV LASER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사용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LASER_FEMTO_CNT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FEMTO LASER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사용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PDS_AVG_VLOT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PDS_POS_VOLT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960354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079970"/>
              </p:ext>
            </p:extLst>
          </p:nvPr>
        </p:nvGraphicFramePr>
        <p:xfrm>
          <a:off x="144094" y="630853"/>
          <a:ext cx="9615487" cy="6113705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986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2983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ADJ_MODE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0: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일반모드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1: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비교모드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2:Skip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(NotUse)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JUDGE_BRI_ADJ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JUDGE_ILD_ADJ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JUDGE_SEN_ADJ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JUDGE_PAC_ADJ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JUDGE_ADJ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가장 최근 검사의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REASON_RPC1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검사자의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REASON_MPC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검사자의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 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73771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NOTICE_FIELD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Killer 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확률이 높은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대해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별도 구분하여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배경화면에 반영함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(1=Red, 2=Blue…)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AUTO_JUDGE_CHECK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자동 판정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Logic(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거리사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Spec over)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적용 대상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로 표시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(AUTO JUDGE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그외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REASON_REV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(REVIEW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 불량코드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 or RPC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 PRP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REASON_REP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 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 불량코드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 AUTO 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 판정원인코드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or PRP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REASON_QPC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QPC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검사자 판정코드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(or ADJ 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불량판정코드값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REASON_BRI_ADJ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REASON_ILD_ADJ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REASON_SEN_ADJ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REASON_PAC_ADJ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완성 時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REASON_ADJ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판정원인코드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8251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ADR_PATH_NG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Auto Repair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장비가 생성한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Path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대한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판정값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"1",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그외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S6F67 &lt;CHANGEFLAG&gt;,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없으면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Null)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CRP_PAS_DOT_NO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 Repair PASSIVATION DOTTING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DOTTING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CRP_PAS_DOT_TIME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Open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PASSIVATION DOTTING TIME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ADJ_RULE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Rule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번호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ADJ_PROCESSING_TIME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ADJ_RESOLUTION_X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보정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CCD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해상도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0364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ADJ_RESOLUTION_Y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보정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CCD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해상도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02452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2338877"/>
              </p:ext>
            </p:extLst>
          </p:nvPr>
        </p:nvGraphicFramePr>
        <p:xfrm>
          <a:off x="144094" y="630848"/>
          <a:ext cx="9615487" cy="5968320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946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2731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ADJ_ROTATION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보정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Rotation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ADJ_FOCUS_INDEX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Focus Index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값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ADJ_PROCESSED_JUDGE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PTN, ART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ADJ_REPAIR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REPAIR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실시여부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ADJ_DEFECT_BRI_PHOTO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Bridge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P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ADJ_DEFECT_ILD_PHOTO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ILD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ADJ_DEFECT_SEN_PHOTO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SENSOR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ADJ_DEFECT_PAC_PHOTO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PAC Photo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검출 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ADJ_ERROR_CODE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Error Code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알고리즘 실패 원인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ADJ_ZONE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결함이 존재하는 영역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Defect_count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ADJ_SIZE_X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 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ADJ_SIZE_Y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 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Size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ADJ_AREA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결함의 면적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ADJ_DEFECT_DA_AREA_RATIO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면적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ADJ_DEFECT_GA_AREA_RATIO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면적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ADJ_DEFECT_VC_AREA_RATIO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면적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ADJ_DEFECT_SP_AREA_RATIO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SP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면적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ADJ_DEFECT_DP_AREA_RATIO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DP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면적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ADJ_REF_SP_GRAY_LEVEL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빈 공간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Level+20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ADJ_DEFECT_GRAY_AVG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결함의 평균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Gray Level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ADJ_Rx_CD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Rx Line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잔류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ADJ_Tx_CD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Tx</a:t>
                      </a:r>
                      <a:r>
                        <a:rPr 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Line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잔류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ADJ_CONNECTED_DA1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DA1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연결성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ADJ_CONNECTED_DA2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DA2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연결성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ADJ_CONNECTED_GA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GA1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연결성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98828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ADJ_CONNECTED_GA2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GA2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연결성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sp>
        <p:nvSpPr>
          <p:cNvPr id="2" name="직사각형 1"/>
          <p:cNvSpPr/>
          <p:nvPr/>
        </p:nvSpPr>
        <p:spPr>
          <a:xfrm>
            <a:off x="560512" y="1412776"/>
            <a:ext cx="1944216" cy="144016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수정필요</a:t>
            </a:r>
          </a:p>
        </p:txBody>
      </p:sp>
    </p:spTree>
    <p:extLst>
      <p:ext uri="{BB962C8B-B14F-4D97-AF65-F5344CB8AC3E}">
        <p14:creationId xmlns:p14="http://schemas.microsoft.com/office/powerpoint/2010/main" val="71549894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4296955"/>
              </p:ext>
            </p:extLst>
          </p:nvPr>
        </p:nvGraphicFramePr>
        <p:xfrm>
          <a:off x="144094" y="630849"/>
          <a:ext cx="9615487" cy="6004100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865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10356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ADJ_CONNECTED_VC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연결성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ADJ_CONNECTED_GAVC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GA&amp;VC Zone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연결성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ADJ_G_JUDGE_RATIO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빈 공간 내 결함의 면적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ADJ_DIFF_COLOR_DEFECT_GA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Gate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와의 색상 차이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ADJ_DIFF_COLOR_DEFECT_DA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Line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과의 색상 차이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ADJ_DEFECT_DARK_COLOR_COUNT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Pitch Compare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 어두운 영역의 픽셀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549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ADJ_DEFECT_SIMILAR_DATA_COLOR_COUNT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Line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색상과 유사한 픽셀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ADJ_DEFECT_DARK_HOLE_SHAPE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밝은 불량이 어두운 불량을 포함하는 형태 유무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549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ADJ_DEFECT_BRIGHT_COLOR_COUNT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Pitch Compare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시 밝은 영역의 픽셀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ADJ_DEFECT_DARK_AREA_RATIO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어두운 영역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992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ADJ_DEFECT_DARK_BRIGHT_INTERSECTION_RATIO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어두운 영역과 밝은 영역의 교집합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교집합 영역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어두운 영역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ADJ_DEFECT_AFFINITY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RGB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 유사도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ADJ_DEFECT_BRIGHT_PXL_CNT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결함 내 밝은 영역 픽셀 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ADJ_REF_SP_R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Space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Color(R)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ADJ_REF_SP_G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Space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Color(G)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ADJ_REF_SP_B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Space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Color(B)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ADJ_REF_GA_R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Gate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Color(R)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ADJ_REF_GA_G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Gate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Color(G)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ADJ_REF_GA_B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Gate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Color(B)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ADJ_REF_VC_R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Vcom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Color(R)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ADJ_REF_VC_G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Vcom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Color(G)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ADJ_REF_VC_B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Vcom Layer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Color(B)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ADJ_REF_DA_R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Line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Color(R)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ADJ_REF_DA_G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Line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Color(G)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ADJ_REF_DA_B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Line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Color(B)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ADJ_REF_DP_R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Color(R)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ADJ_REF_DP_G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Color(G)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88529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ADJ_REF_DP_B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Pixel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Reference Color(B)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sp>
        <p:nvSpPr>
          <p:cNvPr id="2" name="직사각형 1"/>
          <p:cNvSpPr/>
          <p:nvPr/>
        </p:nvSpPr>
        <p:spPr>
          <a:xfrm>
            <a:off x="560512" y="1412776"/>
            <a:ext cx="1944216" cy="144016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수정필요</a:t>
            </a:r>
          </a:p>
        </p:txBody>
      </p:sp>
    </p:spTree>
    <p:extLst>
      <p:ext uri="{BB962C8B-B14F-4D97-AF65-F5344CB8AC3E}">
        <p14:creationId xmlns:p14="http://schemas.microsoft.com/office/powerpoint/2010/main" val="162100163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7319932"/>
              </p:ext>
            </p:extLst>
          </p:nvPr>
        </p:nvGraphicFramePr>
        <p:xfrm>
          <a:off x="144094" y="630849"/>
          <a:ext cx="9615487" cy="5978996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865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166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ADJ_REF_SP_GRAY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개구부 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ADJ_REF_GA_GRAY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Gate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ADJ_REF_DA_GRAY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ADJ_REF_VF_GRAY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Vcom Filnger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ADJ_REF_AC_GRAY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Actie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ADJ_DEF_GRAY_MOST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Gray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최빈색상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ADJ_DEF_RATIO_X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1PXL SIZE_X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Size_X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ADJ_DEF_RATIO_Y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1PXL SIZE_Y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 대한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Size_Y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ADJ_CH_MATCHING_RATIO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등록된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CH.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이미지와의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Matching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ADJ_TIME_OUT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Process Time Out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ADJ_PTN_MNT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유무확인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ADJ_PTN_MNT_DESC1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유형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ADJ_PTN_MNT_DESC2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PTN_MNT_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유형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ADJ_IMG_STD1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차영상의 표준편차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ADJ_IMG_STD2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차영상의 결과값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과검제거전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ADJ_COORDINATE_X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이미지내에서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중심의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ADJ_COORDINATE_Y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이미지내에서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중심의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좌표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ADJ_ALG_VERSION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Alg. Version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ADJ_CH__AREA_RATIO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CH.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부 영역의 비율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ADJ_REF_SC1_GRAY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Source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ADJ_REF_SC2_GRAY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Drain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ADJ_REF_DA2_GRAY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ADJ_REF_DF_GRAY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Drain Finger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ADJ_REF_VC_GRAY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Vcom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ADJ_REF_DP_GRAY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Drain PXL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색상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ADJ_RESULT_CODE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ADJ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판정결과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판정보류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기타 등등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TIMEOUT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Algorithm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에서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Timeout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이 발생한 경우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CAPTURE_FLAG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진행 여부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S6F21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도착 기준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SORT_NO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RPR Image Capture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순서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sp>
        <p:nvSpPr>
          <p:cNvPr id="2" name="직사각형 1"/>
          <p:cNvSpPr/>
          <p:nvPr/>
        </p:nvSpPr>
        <p:spPr>
          <a:xfrm>
            <a:off x="560512" y="1412776"/>
            <a:ext cx="1944216" cy="144016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수정필요</a:t>
            </a:r>
          </a:p>
        </p:txBody>
      </p:sp>
    </p:spTree>
    <p:extLst>
      <p:ext uri="{BB962C8B-B14F-4D97-AF65-F5344CB8AC3E}">
        <p14:creationId xmlns:p14="http://schemas.microsoft.com/office/powerpoint/2010/main" val="148366587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88" name="Rectangle 1368"/>
          <p:cNvSpPr>
            <a:spLocks noChangeArrowheads="1"/>
          </p:cNvSpPr>
          <p:nvPr/>
        </p:nvSpPr>
        <p:spPr bwMode="auto">
          <a:xfrm>
            <a:off x="57150" y="57150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4. DEFECT FILE FORMAT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23689" name="Rectangle 3"/>
          <p:cNvSpPr>
            <a:spLocks noChangeArrowheads="1"/>
          </p:cNvSpPr>
          <p:nvPr/>
        </p:nvSpPr>
        <p:spPr bwMode="auto">
          <a:xfrm>
            <a:off x="5181600" y="203200"/>
            <a:ext cx="336867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4-1. GLASS DEFECT FILE DESCRIPTION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6862555"/>
              </p:ext>
            </p:extLst>
          </p:nvPr>
        </p:nvGraphicFramePr>
        <p:xfrm>
          <a:off x="144094" y="630849"/>
          <a:ext cx="9615487" cy="3093896"/>
        </p:xfrm>
        <a:graphic>
          <a:graphicData uri="http://schemas.openxmlformats.org/drawingml/2006/table">
            <a:tbl>
              <a:tblPr/>
              <a:tblGrid>
                <a:gridCol w="12805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865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166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Element/ 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Attribute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Wingdings" pitchFamily="2" charset="2"/>
                        <a:defRPr sz="12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93663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174625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26828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tabLst>
                          <a:tab pos="363538" algn="l"/>
                        </a:tabLst>
                        <a:defRPr sz="1000">
                          <a:solidFill>
                            <a:schemeClr val="tx1"/>
                          </a:solidFill>
                          <a:latin typeface="Arial" pitchFamily="34" charset="0"/>
                          <a:ea typeface="돋움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DESCRIPTION</a:t>
                      </a:r>
                    </a:p>
                  </a:txBody>
                  <a:tcPr marL="54000" marR="54000" marT="35976" marB="3597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MPC_ADJ_ORG_DEF_NO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추가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모 불량 표시하는 항목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MPC_ADJ_PROC_ID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추가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를 나타내는 항목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항목에 현재공정 입력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MPC_ADJ_FLAG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 불량 자 불량 표시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MPC_SET_ADJ_RESULT_CODE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모불량에서 자식 불량 중 우선순위 제일 높은 대상 값 입력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MPC_ADJ_RESULT_CODE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MPC ADJ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추가 불량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Result 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6531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ADR_RESULT_CODE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ADR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대상 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Result Code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IMG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FILE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경로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. IMAGE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가 여러 개 있을 경우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IMG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항목 추가하여 작성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SEQ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해당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파일 순서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NAME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해당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IMAGE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파일명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PATH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PTN Review Image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경로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LG스마트체 Light" panose="020B0600000101010101" pitchFamily="50" charset="-127"/>
                        <a:ea typeface="LG스마트체 Light" panose="020B0600000101010101" pitchFamily="50" charset="-127"/>
                      </a:endParaRP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/DEFECT_INFO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각 불량의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완료 구분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/PANEL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PANEL DEFECT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완료 구분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/GLASS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GLASS DEFECT DATA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완료 구분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23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/DEFECT_FILE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　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A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DEFECT FILE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Light" panose="020B0600000101010101" pitchFamily="50" charset="-127"/>
                          <a:ea typeface="LG스마트체 Light" panose="020B0600000101010101" pitchFamily="50" charset="-127"/>
                        </a:rPr>
                        <a:t>종료 구분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2" name="직사각형 1"/>
          <p:cNvSpPr/>
          <p:nvPr/>
        </p:nvSpPr>
        <p:spPr>
          <a:xfrm>
            <a:off x="560512" y="1412776"/>
            <a:ext cx="1944216" cy="144016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solidFill>
                  <a:srgbClr val="FF0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수정필요</a:t>
            </a:r>
          </a:p>
        </p:txBody>
      </p:sp>
    </p:spTree>
    <p:extLst>
      <p:ext uri="{BB962C8B-B14F-4D97-AF65-F5344CB8AC3E}">
        <p14:creationId xmlns:p14="http://schemas.microsoft.com/office/powerpoint/2010/main" val="408034642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72" name="Rectangle 100"/>
          <p:cNvSpPr>
            <a:spLocks noChangeArrowheads="1"/>
          </p:cNvSpPr>
          <p:nvPr/>
        </p:nvSpPr>
        <p:spPr bwMode="auto">
          <a:xfrm>
            <a:off x="273050" y="690563"/>
            <a:ext cx="8853488" cy="1077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DCDCD"/>
                    </a:gs>
                    <a:gs pos="100000">
                      <a:srgbClr val="EAEAEA"/>
                    </a:gs>
                  </a:gsLst>
                  <a:path path="shape">
                    <a:fillToRect l="50000" t="50000" r="50000" b="50000"/>
                  </a:path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6969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Front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↑ 표식을 좌상단에 위치하고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, A1 Cell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을 우하단에 위치하도록 표기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(EAS Map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조회 기준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 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 Half Glass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 기준 장축 방향으로 열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No.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증가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,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단축 방향으로 행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No.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증가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(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원장 기준으로 동일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Rule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적용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)</a:t>
            </a:r>
            <a:endParaRPr lang="en-US" altLang="ko-KR" sz="1600" b="1">
              <a:latin typeface="LG스마트체 Regular" pitchFamily="50" charset="-127"/>
              <a:ea typeface="LG스마트체 Regular" pitchFamily="50" charset="-127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Glass Center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를 기준으로 원점을 설정하고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,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우상단을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(+,+),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좌하단을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 (-,-)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로 좌표 설정함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 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  <a:sym typeface="Wingdings" pitchFamily="2" charset="2"/>
              </a:rPr>
              <a:t>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좌표 기준은 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Defect File, Contact Map, Panel Map </a:t>
            </a:r>
            <a:r>
              <a:rPr lang="ko-KR" altLang="en-US" sz="1600" b="1">
                <a:latin typeface="LG스마트체 Regular" pitchFamily="50" charset="-127"/>
                <a:ea typeface="LG스마트체 Regular" pitchFamily="50" charset="-127"/>
              </a:rPr>
              <a:t>작성 시 활용함</a:t>
            </a:r>
            <a:r>
              <a:rPr lang="en-US" altLang="ko-KR" sz="1600" b="1">
                <a:latin typeface="LG스마트체 Regular" pitchFamily="50" charset="-127"/>
                <a:ea typeface="LG스마트체 Regular" pitchFamily="50" charset="-127"/>
              </a:rPr>
              <a:t>)</a:t>
            </a:r>
          </a:p>
        </p:txBody>
      </p:sp>
      <p:sp>
        <p:nvSpPr>
          <p:cNvPr id="36919" name="Rectangle 3"/>
          <p:cNvSpPr>
            <a:spLocks noChangeArrowheads="1"/>
          </p:cNvSpPr>
          <p:nvPr/>
        </p:nvSpPr>
        <p:spPr bwMode="auto">
          <a:xfrm>
            <a:off x="1208088" y="1844675"/>
            <a:ext cx="2735262" cy="261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100" b="1">
                <a:latin typeface="LG스마트체 Regular" pitchFamily="50" charset="-127"/>
                <a:ea typeface="LG스마트체 Regular" pitchFamily="50" charset="-127"/>
              </a:rPr>
              <a:t>[EAS Defect Map/Image </a:t>
            </a:r>
            <a:r>
              <a:rPr lang="ko-KR" altLang="en-US" sz="1100" b="1">
                <a:latin typeface="LG스마트체 Regular" pitchFamily="50" charset="-127"/>
                <a:ea typeface="LG스마트체 Regular" pitchFamily="50" charset="-127"/>
              </a:rPr>
              <a:t>조회 시 화면 기준</a:t>
            </a:r>
            <a:r>
              <a:rPr lang="en-US" altLang="ko-KR" sz="1100" b="1">
                <a:latin typeface="LG스마트체 Regular" pitchFamily="50" charset="-127"/>
                <a:ea typeface="LG스마트체 Regular" pitchFamily="50" charset="-127"/>
              </a:rPr>
              <a:t>]</a:t>
            </a:r>
            <a:endParaRPr lang="ko-KR" altLang="en-US" sz="1100" b="1">
              <a:latin typeface="LG스마트체 Regular" pitchFamily="50" charset="-127"/>
              <a:ea typeface="LG스마트체 Regular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CB2F7FE-3710-4EDF-A63C-69A0166DAB88}"/>
              </a:ext>
            </a:extLst>
          </p:cNvPr>
          <p:cNvGrpSpPr/>
          <p:nvPr/>
        </p:nvGrpSpPr>
        <p:grpSpPr>
          <a:xfrm>
            <a:off x="1281113" y="2171700"/>
            <a:ext cx="7750175" cy="3994150"/>
            <a:chOff x="1281113" y="2171700"/>
            <a:chExt cx="7750175" cy="3994150"/>
          </a:xfrm>
        </p:grpSpPr>
        <p:sp>
          <p:nvSpPr>
            <p:cNvPr id="36868" name="Line 5"/>
            <p:cNvSpPr>
              <a:spLocks noChangeShapeType="1"/>
            </p:cNvSpPr>
            <p:nvPr/>
          </p:nvSpPr>
          <p:spPr bwMode="auto">
            <a:xfrm rot="5400000">
              <a:off x="7052469" y="4033044"/>
              <a:ext cx="37226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>
              <a:spAutoFit/>
            </a:bodyPr>
            <a:lstStyle/>
            <a:p>
              <a:endParaRPr lang="ko-KR" altLang="en-US"/>
            </a:p>
          </p:txBody>
        </p:sp>
        <p:sp>
          <p:nvSpPr>
            <p:cNvPr id="36869" name="Rectangle 6"/>
            <p:cNvSpPr>
              <a:spLocks noChangeArrowheads="1"/>
            </p:cNvSpPr>
            <p:nvPr/>
          </p:nvSpPr>
          <p:spPr bwMode="auto">
            <a:xfrm rot="5400000">
              <a:off x="8482013" y="3997325"/>
              <a:ext cx="857250" cy="241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96969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1100">
                  <a:latin typeface="LG스마트체 Regular" pitchFamily="50" charset="-127"/>
                  <a:ea typeface="LG스마트체 Regular" pitchFamily="50" charset="-127"/>
                </a:rPr>
                <a:t>단축 </a:t>
              </a: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925mm</a:t>
              </a:r>
              <a:endParaRPr lang="ko-KR" altLang="en-US" sz="11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70" name="Line 95"/>
            <p:cNvSpPr>
              <a:spLocks noChangeShapeType="1"/>
            </p:cNvSpPr>
            <p:nvPr/>
          </p:nvSpPr>
          <p:spPr bwMode="auto">
            <a:xfrm rot="5400000">
              <a:off x="4997450" y="2295525"/>
              <a:ext cx="0" cy="741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>
              <a:spAutoFit/>
            </a:bodyPr>
            <a:lstStyle/>
            <a:p>
              <a:endParaRPr lang="ko-KR" altLang="en-US"/>
            </a:p>
          </p:txBody>
        </p:sp>
        <p:sp>
          <p:nvSpPr>
            <p:cNvPr id="36871" name="Rectangle 96"/>
            <p:cNvSpPr>
              <a:spLocks noChangeArrowheads="1"/>
            </p:cNvSpPr>
            <p:nvPr/>
          </p:nvSpPr>
          <p:spPr bwMode="auto">
            <a:xfrm>
              <a:off x="4521200" y="5922963"/>
              <a:ext cx="942975" cy="242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96969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1100">
                  <a:latin typeface="LG스마트체 Regular" pitchFamily="50" charset="-127"/>
                  <a:ea typeface="LG스마트체 Regular" pitchFamily="50" charset="-127"/>
                </a:rPr>
                <a:t>장축 </a:t>
              </a: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1500mm</a:t>
              </a:r>
            </a:p>
          </p:txBody>
        </p:sp>
        <p:sp>
          <p:nvSpPr>
            <p:cNvPr id="36873" name="Rectangle 7"/>
            <p:cNvSpPr>
              <a:spLocks noChangeArrowheads="1"/>
            </p:cNvSpPr>
            <p:nvPr/>
          </p:nvSpPr>
          <p:spPr bwMode="auto">
            <a:xfrm rot="16200000">
              <a:off x="3200401" y="320675"/>
              <a:ext cx="3586162" cy="74247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ko-KR" altLang="en-US" sz="9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74" name="Rectangle 24"/>
            <p:cNvSpPr>
              <a:spLocks noChangeArrowheads="1"/>
            </p:cNvSpPr>
            <p:nvPr/>
          </p:nvSpPr>
          <p:spPr bwMode="auto">
            <a:xfrm>
              <a:off x="1638300" y="2420938"/>
              <a:ext cx="585788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D9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75" name="Text Box 99"/>
            <p:cNvSpPr txBox="1">
              <a:spLocks noChangeArrowheads="1"/>
            </p:cNvSpPr>
            <p:nvPr/>
          </p:nvSpPr>
          <p:spPr bwMode="auto">
            <a:xfrm rot="16200000">
              <a:off x="1066800" y="2686051"/>
              <a:ext cx="688975" cy="260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Glass ID</a:t>
              </a:r>
            </a:p>
          </p:txBody>
        </p:sp>
        <p:sp>
          <p:nvSpPr>
            <p:cNvPr id="36876" name="Rectangle 24"/>
            <p:cNvSpPr>
              <a:spLocks noChangeArrowheads="1"/>
            </p:cNvSpPr>
            <p:nvPr/>
          </p:nvSpPr>
          <p:spPr bwMode="auto">
            <a:xfrm>
              <a:off x="2405063" y="2420938"/>
              <a:ext cx="585787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D8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77" name="Rectangle 24"/>
            <p:cNvSpPr>
              <a:spLocks noChangeArrowheads="1"/>
            </p:cNvSpPr>
            <p:nvPr/>
          </p:nvSpPr>
          <p:spPr bwMode="auto">
            <a:xfrm>
              <a:off x="3171825" y="2420938"/>
              <a:ext cx="587375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D7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78" name="Rectangle 24"/>
            <p:cNvSpPr>
              <a:spLocks noChangeArrowheads="1"/>
            </p:cNvSpPr>
            <p:nvPr/>
          </p:nvSpPr>
          <p:spPr bwMode="auto">
            <a:xfrm>
              <a:off x="3940175" y="2420938"/>
              <a:ext cx="585788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D6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79" name="Rectangle 24"/>
            <p:cNvSpPr>
              <a:spLocks noChangeArrowheads="1"/>
            </p:cNvSpPr>
            <p:nvPr/>
          </p:nvSpPr>
          <p:spPr bwMode="auto">
            <a:xfrm>
              <a:off x="4706938" y="2420938"/>
              <a:ext cx="585787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D5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0" name="Rectangle 24"/>
            <p:cNvSpPr>
              <a:spLocks noChangeArrowheads="1"/>
            </p:cNvSpPr>
            <p:nvPr/>
          </p:nvSpPr>
          <p:spPr bwMode="auto">
            <a:xfrm>
              <a:off x="5473700" y="2420938"/>
              <a:ext cx="585788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D4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1" name="Rectangle 24"/>
            <p:cNvSpPr>
              <a:spLocks noChangeArrowheads="1"/>
            </p:cNvSpPr>
            <p:nvPr/>
          </p:nvSpPr>
          <p:spPr bwMode="auto">
            <a:xfrm>
              <a:off x="6240463" y="2420938"/>
              <a:ext cx="585787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D3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2" name="Rectangle 24"/>
            <p:cNvSpPr>
              <a:spLocks noChangeArrowheads="1"/>
            </p:cNvSpPr>
            <p:nvPr/>
          </p:nvSpPr>
          <p:spPr bwMode="auto">
            <a:xfrm>
              <a:off x="7007225" y="2420938"/>
              <a:ext cx="587375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D2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3" name="Rectangle 24"/>
            <p:cNvSpPr>
              <a:spLocks noChangeArrowheads="1"/>
            </p:cNvSpPr>
            <p:nvPr/>
          </p:nvSpPr>
          <p:spPr bwMode="auto">
            <a:xfrm>
              <a:off x="7775575" y="2420938"/>
              <a:ext cx="585788" cy="719137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D1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4" name="Rectangle 24"/>
            <p:cNvSpPr>
              <a:spLocks noChangeArrowheads="1"/>
            </p:cNvSpPr>
            <p:nvPr/>
          </p:nvSpPr>
          <p:spPr bwMode="auto">
            <a:xfrm>
              <a:off x="1638300" y="3284538"/>
              <a:ext cx="585788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C9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5" name="Rectangle 24"/>
            <p:cNvSpPr>
              <a:spLocks noChangeArrowheads="1"/>
            </p:cNvSpPr>
            <p:nvPr/>
          </p:nvSpPr>
          <p:spPr bwMode="auto">
            <a:xfrm>
              <a:off x="2405063" y="3284538"/>
              <a:ext cx="585787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C8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6" name="Rectangle 24"/>
            <p:cNvSpPr>
              <a:spLocks noChangeArrowheads="1"/>
            </p:cNvSpPr>
            <p:nvPr/>
          </p:nvSpPr>
          <p:spPr bwMode="auto">
            <a:xfrm>
              <a:off x="3171825" y="3284538"/>
              <a:ext cx="587375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C7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7" name="Rectangle 24"/>
            <p:cNvSpPr>
              <a:spLocks noChangeArrowheads="1"/>
            </p:cNvSpPr>
            <p:nvPr/>
          </p:nvSpPr>
          <p:spPr bwMode="auto">
            <a:xfrm>
              <a:off x="3940175" y="3284538"/>
              <a:ext cx="585788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C6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8" name="Rectangle 24"/>
            <p:cNvSpPr>
              <a:spLocks noChangeArrowheads="1"/>
            </p:cNvSpPr>
            <p:nvPr/>
          </p:nvSpPr>
          <p:spPr bwMode="auto">
            <a:xfrm>
              <a:off x="4706938" y="3284538"/>
              <a:ext cx="585787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C5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89" name="Rectangle 24"/>
            <p:cNvSpPr>
              <a:spLocks noChangeArrowheads="1"/>
            </p:cNvSpPr>
            <p:nvPr/>
          </p:nvSpPr>
          <p:spPr bwMode="auto">
            <a:xfrm>
              <a:off x="5473700" y="3284538"/>
              <a:ext cx="585788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C4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0" name="Rectangle 24"/>
            <p:cNvSpPr>
              <a:spLocks noChangeArrowheads="1"/>
            </p:cNvSpPr>
            <p:nvPr/>
          </p:nvSpPr>
          <p:spPr bwMode="auto">
            <a:xfrm>
              <a:off x="6240463" y="3284538"/>
              <a:ext cx="585787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C3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1" name="Rectangle 24"/>
            <p:cNvSpPr>
              <a:spLocks noChangeArrowheads="1"/>
            </p:cNvSpPr>
            <p:nvPr/>
          </p:nvSpPr>
          <p:spPr bwMode="auto">
            <a:xfrm>
              <a:off x="7007225" y="3284538"/>
              <a:ext cx="587375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C2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2" name="Rectangle 24"/>
            <p:cNvSpPr>
              <a:spLocks noChangeArrowheads="1"/>
            </p:cNvSpPr>
            <p:nvPr/>
          </p:nvSpPr>
          <p:spPr bwMode="auto">
            <a:xfrm>
              <a:off x="7775575" y="3284538"/>
              <a:ext cx="585788" cy="720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C1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3" name="Rectangle 24"/>
            <p:cNvSpPr>
              <a:spLocks noChangeArrowheads="1"/>
            </p:cNvSpPr>
            <p:nvPr/>
          </p:nvSpPr>
          <p:spPr bwMode="auto">
            <a:xfrm>
              <a:off x="1638300" y="414972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B9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4" name="Rectangle 24"/>
            <p:cNvSpPr>
              <a:spLocks noChangeArrowheads="1"/>
            </p:cNvSpPr>
            <p:nvPr/>
          </p:nvSpPr>
          <p:spPr bwMode="auto">
            <a:xfrm>
              <a:off x="2405063" y="4149725"/>
              <a:ext cx="585787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B8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5" name="Rectangle 24"/>
            <p:cNvSpPr>
              <a:spLocks noChangeArrowheads="1"/>
            </p:cNvSpPr>
            <p:nvPr/>
          </p:nvSpPr>
          <p:spPr bwMode="auto">
            <a:xfrm>
              <a:off x="3171825" y="4149725"/>
              <a:ext cx="587375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B7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6" name="Rectangle 24"/>
            <p:cNvSpPr>
              <a:spLocks noChangeArrowheads="1"/>
            </p:cNvSpPr>
            <p:nvPr/>
          </p:nvSpPr>
          <p:spPr bwMode="auto">
            <a:xfrm>
              <a:off x="3940175" y="414972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B6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7" name="Rectangle 24"/>
            <p:cNvSpPr>
              <a:spLocks noChangeArrowheads="1"/>
            </p:cNvSpPr>
            <p:nvPr/>
          </p:nvSpPr>
          <p:spPr bwMode="auto">
            <a:xfrm>
              <a:off x="4706938" y="4149725"/>
              <a:ext cx="585787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B5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8" name="Rectangle 24"/>
            <p:cNvSpPr>
              <a:spLocks noChangeArrowheads="1"/>
            </p:cNvSpPr>
            <p:nvPr/>
          </p:nvSpPr>
          <p:spPr bwMode="auto">
            <a:xfrm>
              <a:off x="5473700" y="414972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B4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899" name="Rectangle 24"/>
            <p:cNvSpPr>
              <a:spLocks noChangeArrowheads="1"/>
            </p:cNvSpPr>
            <p:nvPr/>
          </p:nvSpPr>
          <p:spPr bwMode="auto">
            <a:xfrm>
              <a:off x="6240463" y="4149725"/>
              <a:ext cx="585787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B3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0" name="Rectangle 24"/>
            <p:cNvSpPr>
              <a:spLocks noChangeArrowheads="1"/>
            </p:cNvSpPr>
            <p:nvPr/>
          </p:nvSpPr>
          <p:spPr bwMode="auto">
            <a:xfrm>
              <a:off x="7007225" y="4149725"/>
              <a:ext cx="587375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B2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1" name="Rectangle 24"/>
            <p:cNvSpPr>
              <a:spLocks noChangeArrowheads="1"/>
            </p:cNvSpPr>
            <p:nvPr/>
          </p:nvSpPr>
          <p:spPr bwMode="auto">
            <a:xfrm>
              <a:off x="7775575" y="414972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B1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2" name="Rectangle 24"/>
            <p:cNvSpPr>
              <a:spLocks noChangeArrowheads="1"/>
            </p:cNvSpPr>
            <p:nvPr/>
          </p:nvSpPr>
          <p:spPr bwMode="auto">
            <a:xfrm>
              <a:off x="1638300" y="498157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A9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3" name="Rectangle 24"/>
            <p:cNvSpPr>
              <a:spLocks noChangeArrowheads="1"/>
            </p:cNvSpPr>
            <p:nvPr/>
          </p:nvSpPr>
          <p:spPr bwMode="auto">
            <a:xfrm>
              <a:off x="2405063" y="4981575"/>
              <a:ext cx="585787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A8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4" name="Rectangle 24"/>
            <p:cNvSpPr>
              <a:spLocks noChangeArrowheads="1"/>
            </p:cNvSpPr>
            <p:nvPr/>
          </p:nvSpPr>
          <p:spPr bwMode="auto">
            <a:xfrm>
              <a:off x="3171825" y="4981575"/>
              <a:ext cx="587375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A7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5" name="Rectangle 24"/>
            <p:cNvSpPr>
              <a:spLocks noChangeArrowheads="1"/>
            </p:cNvSpPr>
            <p:nvPr/>
          </p:nvSpPr>
          <p:spPr bwMode="auto">
            <a:xfrm>
              <a:off x="3940175" y="498157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A6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6" name="Rectangle 24"/>
            <p:cNvSpPr>
              <a:spLocks noChangeArrowheads="1"/>
            </p:cNvSpPr>
            <p:nvPr/>
          </p:nvSpPr>
          <p:spPr bwMode="auto">
            <a:xfrm>
              <a:off x="4706938" y="4981575"/>
              <a:ext cx="585787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A5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7" name="Rectangle 24"/>
            <p:cNvSpPr>
              <a:spLocks noChangeArrowheads="1"/>
            </p:cNvSpPr>
            <p:nvPr/>
          </p:nvSpPr>
          <p:spPr bwMode="auto">
            <a:xfrm>
              <a:off x="5473700" y="498157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A4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8" name="Rectangle 24"/>
            <p:cNvSpPr>
              <a:spLocks noChangeArrowheads="1"/>
            </p:cNvSpPr>
            <p:nvPr/>
          </p:nvSpPr>
          <p:spPr bwMode="auto">
            <a:xfrm>
              <a:off x="6240463" y="4981575"/>
              <a:ext cx="585787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A3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09" name="Rectangle 24"/>
            <p:cNvSpPr>
              <a:spLocks noChangeArrowheads="1"/>
            </p:cNvSpPr>
            <p:nvPr/>
          </p:nvSpPr>
          <p:spPr bwMode="auto">
            <a:xfrm>
              <a:off x="7007225" y="4981575"/>
              <a:ext cx="587375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A2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10" name="Rectangle 24"/>
            <p:cNvSpPr>
              <a:spLocks noChangeArrowheads="1"/>
            </p:cNvSpPr>
            <p:nvPr/>
          </p:nvSpPr>
          <p:spPr bwMode="auto">
            <a:xfrm>
              <a:off x="7775575" y="4981575"/>
              <a:ext cx="585788" cy="719138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000">
                  <a:latin typeface="LG스마트체 Regular" pitchFamily="50" charset="-127"/>
                  <a:ea typeface="LG스마트체 Regular" pitchFamily="50" charset="-127"/>
                </a:rPr>
                <a:t>A1</a:t>
              </a:r>
              <a:endParaRPr lang="ko-KR" altLang="en-US" sz="10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cxnSp>
          <p:nvCxnSpPr>
            <p:cNvPr id="4" name="직선 화살표 연결선 3"/>
            <p:cNvCxnSpPr/>
            <p:nvPr/>
          </p:nvCxnSpPr>
          <p:spPr>
            <a:xfrm>
              <a:off x="4992688" y="4033838"/>
              <a:ext cx="1066800" cy="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직선 화살표 연결선 276"/>
            <p:cNvCxnSpPr/>
            <p:nvPr/>
          </p:nvCxnSpPr>
          <p:spPr>
            <a:xfrm flipV="1">
              <a:off x="4999038" y="3140075"/>
              <a:ext cx="0" cy="893763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13" name="Rectangle 96"/>
            <p:cNvSpPr>
              <a:spLocks noChangeArrowheads="1"/>
            </p:cNvSpPr>
            <p:nvPr/>
          </p:nvSpPr>
          <p:spPr bwMode="auto">
            <a:xfrm>
              <a:off x="5434013" y="3792538"/>
              <a:ext cx="304800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2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X</a:t>
              </a:r>
              <a:r>
                <a:rPr lang="ko-KR" altLang="en-US" sz="12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축</a:t>
              </a:r>
              <a:endParaRPr lang="en-US" altLang="ko-KR" sz="1200" b="1">
                <a:solidFill>
                  <a:srgbClr val="FF0000"/>
                </a:solidFill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14" name="Rectangle 96"/>
            <p:cNvSpPr>
              <a:spLocks noChangeArrowheads="1"/>
            </p:cNvSpPr>
            <p:nvPr/>
          </p:nvSpPr>
          <p:spPr bwMode="auto">
            <a:xfrm>
              <a:off x="4687888" y="3284538"/>
              <a:ext cx="304800" cy="25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2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Y</a:t>
              </a:r>
              <a:r>
                <a:rPr lang="ko-KR" altLang="en-US" sz="12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축</a:t>
              </a:r>
              <a:endParaRPr lang="en-US" altLang="ko-KR" sz="1200" b="1">
                <a:solidFill>
                  <a:srgbClr val="FF0000"/>
                </a:solidFill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6915" name="Rectangle 96"/>
            <p:cNvSpPr>
              <a:spLocks noChangeArrowheads="1"/>
            </p:cNvSpPr>
            <p:nvPr/>
          </p:nvSpPr>
          <p:spPr bwMode="auto">
            <a:xfrm>
              <a:off x="5954713" y="2882900"/>
              <a:ext cx="1158875" cy="688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(+,+)</a:t>
              </a:r>
            </a:p>
          </p:txBody>
        </p:sp>
        <p:sp>
          <p:nvSpPr>
            <p:cNvPr id="36916" name="Rectangle 96"/>
            <p:cNvSpPr>
              <a:spLocks noChangeArrowheads="1"/>
            </p:cNvSpPr>
            <p:nvPr/>
          </p:nvSpPr>
          <p:spPr bwMode="auto">
            <a:xfrm>
              <a:off x="6008688" y="4546600"/>
              <a:ext cx="1049337" cy="687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(+,-)</a:t>
              </a:r>
            </a:p>
          </p:txBody>
        </p:sp>
        <p:sp>
          <p:nvSpPr>
            <p:cNvPr id="36917" name="Rectangle 96"/>
            <p:cNvSpPr>
              <a:spLocks noChangeArrowheads="1"/>
            </p:cNvSpPr>
            <p:nvPr/>
          </p:nvSpPr>
          <p:spPr bwMode="auto">
            <a:xfrm>
              <a:off x="2946400" y="4546600"/>
              <a:ext cx="938213" cy="687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(-,-)</a:t>
              </a:r>
            </a:p>
          </p:txBody>
        </p:sp>
        <p:sp>
          <p:nvSpPr>
            <p:cNvPr id="36918" name="Rectangle 96"/>
            <p:cNvSpPr>
              <a:spLocks noChangeArrowheads="1"/>
            </p:cNvSpPr>
            <p:nvPr/>
          </p:nvSpPr>
          <p:spPr bwMode="auto">
            <a:xfrm>
              <a:off x="2890838" y="2844800"/>
              <a:ext cx="1049337" cy="687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(-,+)</a:t>
              </a:r>
            </a:p>
          </p:txBody>
        </p:sp>
        <p:sp>
          <p:nvSpPr>
            <p:cNvPr id="56" name="굽은 화살표 55"/>
            <p:cNvSpPr/>
            <p:nvPr/>
          </p:nvSpPr>
          <p:spPr>
            <a:xfrm flipH="1">
              <a:off x="5570538" y="3471863"/>
              <a:ext cx="412750" cy="471487"/>
            </a:xfrm>
            <a:prstGeom prst="bentArrow">
              <a:avLst/>
            </a:prstGeom>
            <a:solidFill>
              <a:srgbClr val="0000FF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36921" name="TextBox 14"/>
            <p:cNvSpPr txBox="1">
              <a:spLocks noChangeArrowheads="1"/>
            </p:cNvSpPr>
            <p:nvPr/>
          </p:nvSpPr>
          <p:spPr bwMode="auto">
            <a:xfrm>
              <a:off x="6176963" y="3608388"/>
              <a:ext cx="2733675" cy="3079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ko-KR">
                  <a:solidFill>
                    <a:srgbClr val="0000FF"/>
                  </a:solidFill>
                  <a:latin typeface="LG스마트체 Regular" pitchFamily="50" charset="-127"/>
                  <a:ea typeface="LG스마트체 Regular" pitchFamily="50" charset="-127"/>
                  <a:cs typeface="Arial" pitchFamily="34" charset="0"/>
                </a:rPr>
                <a:t>+Θ </a:t>
              </a:r>
              <a:r>
                <a:rPr lang="ko-KR" altLang="en-US">
                  <a:solidFill>
                    <a:srgbClr val="0000FF"/>
                  </a:solidFill>
                  <a:latin typeface="LG스마트체 Regular" pitchFamily="50" charset="-127"/>
                  <a:ea typeface="LG스마트체 Regular" pitchFamily="50" charset="-127"/>
                  <a:cs typeface="Arial" pitchFamily="34" charset="0"/>
                </a:rPr>
                <a:t>방향은 </a:t>
              </a:r>
              <a:r>
                <a:rPr lang="en-US" altLang="ko-KR">
                  <a:solidFill>
                    <a:srgbClr val="0000FF"/>
                  </a:solidFill>
                  <a:latin typeface="LG스마트체 Regular" pitchFamily="50" charset="-127"/>
                  <a:ea typeface="LG스마트체 Regular" pitchFamily="50" charset="-127"/>
                  <a:cs typeface="Arial" pitchFamily="34" charset="0"/>
                </a:rPr>
                <a:t>X</a:t>
              </a:r>
              <a:r>
                <a:rPr lang="ko-KR" altLang="en-US">
                  <a:solidFill>
                    <a:srgbClr val="0000FF"/>
                  </a:solidFill>
                  <a:latin typeface="LG스마트체 Regular" pitchFamily="50" charset="-127"/>
                  <a:ea typeface="LG스마트체 Regular" pitchFamily="50" charset="-127"/>
                  <a:cs typeface="Arial" pitchFamily="34" charset="0"/>
                </a:rPr>
                <a:t>축 기준 반시계 방향</a:t>
              </a:r>
            </a:p>
          </p:txBody>
        </p:sp>
        <p:sp>
          <p:nvSpPr>
            <p:cNvPr id="36922" name="Text Box 99"/>
            <p:cNvSpPr txBox="1">
              <a:spLocks noChangeArrowheads="1"/>
            </p:cNvSpPr>
            <p:nvPr/>
          </p:nvSpPr>
          <p:spPr bwMode="auto">
            <a:xfrm rot="5400000">
              <a:off x="1114425" y="3341688"/>
              <a:ext cx="609600" cy="260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Front↑</a:t>
              </a:r>
            </a:p>
          </p:txBody>
        </p:sp>
      </p:grpSp>
      <p:sp>
        <p:nvSpPr>
          <p:cNvPr id="60" name="Rectangle 1368"/>
          <p:cNvSpPr>
            <a:spLocks noChangeArrowheads="1"/>
          </p:cNvSpPr>
          <p:nvPr/>
        </p:nvSpPr>
        <p:spPr bwMode="auto">
          <a:xfrm>
            <a:off x="57150" y="57150"/>
            <a:ext cx="234442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5. </a:t>
            </a:r>
            <a:r>
              <a:rPr lang="en-US" altLang="ko-KR" sz="1800" b="1" err="1">
                <a:solidFill>
                  <a:schemeClr val="bg1"/>
                </a:solidFill>
              </a:rPr>
              <a:t>ToE</a:t>
            </a:r>
            <a:r>
              <a:rPr lang="en-US" altLang="ko-KR" sz="1800" b="1">
                <a:solidFill>
                  <a:schemeClr val="bg1"/>
                </a:solidFill>
              </a:rPr>
              <a:t> </a:t>
            </a:r>
            <a:r>
              <a:rPr lang="ko-KR" altLang="en-US" sz="1800" b="1">
                <a:solidFill>
                  <a:schemeClr val="bg1"/>
                </a:solidFill>
              </a:rPr>
              <a:t>좌표체계 기준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AE4C419-3A64-4CBE-8179-CDA74DF31188}"/>
              </a:ext>
            </a:extLst>
          </p:cNvPr>
          <p:cNvGrpSpPr/>
          <p:nvPr/>
        </p:nvGrpSpPr>
        <p:grpSpPr>
          <a:xfrm>
            <a:off x="1643063" y="981075"/>
            <a:ext cx="6334125" cy="5235575"/>
            <a:chOff x="1643063" y="981075"/>
            <a:chExt cx="6334125" cy="5235575"/>
          </a:xfrm>
        </p:grpSpPr>
        <p:sp>
          <p:nvSpPr>
            <p:cNvPr id="37890" name="Line 5"/>
            <p:cNvSpPr>
              <a:spLocks noChangeShapeType="1"/>
            </p:cNvSpPr>
            <p:nvPr/>
          </p:nvSpPr>
          <p:spPr bwMode="auto">
            <a:xfrm>
              <a:off x="1643063" y="1114425"/>
              <a:ext cx="5972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>
              <a:spAutoFit/>
            </a:bodyPr>
            <a:lstStyle/>
            <a:p>
              <a:endParaRPr lang="ko-KR" altLang="en-US"/>
            </a:p>
          </p:txBody>
        </p:sp>
        <p:sp>
          <p:nvSpPr>
            <p:cNvPr id="37891" name="Rectangle 6"/>
            <p:cNvSpPr>
              <a:spLocks noChangeArrowheads="1"/>
            </p:cNvSpPr>
            <p:nvPr/>
          </p:nvSpPr>
          <p:spPr bwMode="auto">
            <a:xfrm>
              <a:off x="4170363" y="981075"/>
              <a:ext cx="944562" cy="241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96969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1100">
                  <a:latin typeface="LG스마트체 Regular" pitchFamily="50" charset="-127"/>
                  <a:ea typeface="LG스마트체 Regular" pitchFamily="50" charset="-127"/>
                </a:rPr>
                <a:t>장축 </a:t>
              </a: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1850mm</a:t>
              </a:r>
              <a:endParaRPr lang="ko-KR" altLang="en-US" sz="11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7892" name="Line 95"/>
            <p:cNvSpPr>
              <a:spLocks noChangeShapeType="1"/>
            </p:cNvSpPr>
            <p:nvPr/>
          </p:nvSpPr>
          <p:spPr bwMode="auto">
            <a:xfrm>
              <a:off x="7831138" y="1301750"/>
              <a:ext cx="0" cy="48879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>
              <a:spAutoFit/>
            </a:bodyPr>
            <a:lstStyle/>
            <a:p>
              <a:endParaRPr lang="ko-KR" altLang="en-US"/>
            </a:p>
          </p:txBody>
        </p:sp>
        <p:sp>
          <p:nvSpPr>
            <p:cNvPr id="37893" name="Rectangle 96"/>
            <p:cNvSpPr>
              <a:spLocks noChangeArrowheads="1"/>
            </p:cNvSpPr>
            <p:nvPr/>
          </p:nvSpPr>
          <p:spPr bwMode="auto">
            <a:xfrm rot="5400000">
              <a:off x="7385050" y="3683001"/>
              <a:ext cx="942975" cy="241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969696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1100">
                  <a:latin typeface="LG스마트체 Regular" pitchFamily="50" charset="-127"/>
                  <a:ea typeface="LG스마트체 Regular" pitchFamily="50" charset="-127"/>
                </a:rPr>
                <a:t>단축 </a:t>
              </a: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1500mm</a:t>
              </a:r>
            </a:p>
          </p:txBody>
        </p:sp>
        <p:sp>
          <p:nvSpPr>
            <p:cNvPr id="37894" name="Rectangle 7"/>
            <p:cNvSpPr>
              <a:spLocks noChangeArrowheads="1"/>
            </p:cNvSpPr>
            <p:nvPr/>
          </p:nvSpPr>
          <p:spPr bwMode="auto">
            <a:xfrm rot="10800000">
              <a:off x="4656138" y="1322388"/>
              <a:ext cx="2959100" cy="4894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ko-KR" altLang="en-US" sz="9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187" name="Rectangle 24"/>
            <p:cNvSpPr>
              <a:spLocks noChangeArrowheads="1"/>
            </p:cNvSpPr>
            <p:nvPr/>
          </p:nvSpPr>
          <p:spPr bwMode="auto">
            <a:xfrm rot="16200000">
              <a:off x="4909344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7896" name="Text Box 99"/>
            <p:cNvSpPr txBox="1">
              <a:spLocks noChangeArrowheads="1"/>
            </p:cNvSpPr>
            <p:nvPr/>
          </p:nvSpPr>
          <p:spPr bwMode="auto">
            <a:xfrm>
              <a:off x="5518150" y="6043613"/>
              <a:ext cx="503238" cy="1730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Front↑</a:t>
              </a:r>
            </a:p>
          </p:txBody>
        </p:sp>
        <p:sp>
          <p:nvSpPr>
            <p:cNvPr id="189" name="Rectangle 24"/>
            <p:cNvSpPr>
              <a:spLocks noChangeArrowheads="1"/>
            </p:cNvSpPr>
            <p:nvPr/>
          </p:nvSpPr>
          <p:spPr bwMode="auto">
            <a:xfrm rot="16200000">
              <a:off x="4908551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0" name="Rectangle 24"/>
            <p:cNvSpPr>
              <a:spLocks noChangeArrowheads="1"/>
            </p:cNvSpPr>
            <p:nvPr/>
          </p:nvSpPr>
          <p:spPr bwMode="auto">
            <a:xfrm rot="16200000">
              <a:off x="4909345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1" name="Rectangle 24"/>
            <p:cNvSpPr>
              <a:spLocks noChangeArrowheads="1"/>
            </p:cNvSpPr>
            <p:nvPr/>
          </p:nvSpPr>
          <p:spPr bwMode="auto">
            <a:xfrm rot="16200000">
              <a:off x="4909345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2" name="Rectangle 24"/>
            <p:cNvSpPr>
              <a:spLocks noChangeArrowheads="1"/>
            </p:cNvSpPr>
            <p:nvPr/>
          </p:nvSpPr>
          <p:spPr bwMode="auto">
            <a:xfrm rot="16200000">
              <a:off x="4909344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3" name="Rectangle 24"/>
            <p:cNvSpPr>
              <a:spLocks noChangeArrowheads="1"/>
            </p:cNvSpPr>
            <p:nvPr/>
          </p:nvSpPr>
          <p:spPr bwMode="auto">
            <a:xfrm rot="16200000">
              <a:off x="4909344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4" name="Rectangle 24"/>
            <p:cNvSpPr>
              <a:spLocks noChangeArrowheads="1"/>
            </p:cNvSpPr>
            <p:nvPr/>
          </p:nvSpPr>
          <p:spPr bwMode="auto">
            <a:xfrm rot="16200000">
              <a:off x="4908551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5" name="Rectangle 24"/>
            <p:cNvSpPr>
              <a:spLocks noChangeArrowheads="1"/>
            </p:cNvSpPr>
            <p:nvPr/>
          </p:nvSpPr>
          <p:spPr bwMode="auto">
            <a:xfrm rot="16200000">
              <a:off x="4909345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6" name="Rectangle 24"/>
            <p:cNvSpPr>
              <a:spLocks noChangeArrowheads="1"/>
            </p:cNvSpPr>
            <p:nvPr/>
          </p:nvSpPr>
          <p:spPr bwMode="auto">
            <a:xfrm rot="16200000">
              <a:off x="4908551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D1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7" name="Rectangle 24"/>
            <p:cNvSpPr>
              <a:spLocks noChangeArrowheads="1"/>
            </p:cNvSpPr>
            <p:nvPr/>
          </p:nvSpPr>
          <p:spPr bwMode="auto">
            <a:xfrm rot="16200000">
              <a:off x="5622131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8" name="Rectangle 24"/>
            <p:cNvSpPr>
              <a:spLocks noChangeArrowheads="1"/>
            </p:cNvSpPr>
            <p:nvPr/>
          </p:nvSpPr>
          <p:spPr bwMode="auto">
            <a:xfrm rot="16200000">
              <a:off x="5621338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199" name="Rectangle 24"/>
            <p:cNvSpPr>
              <a:spLocks noChangeArrowheads="1"/>
            </p:cNvSpPr>
            <p:nvPr/>
          </p:nvSpPr>
          <p:spPr bwMode="auto">
            <a:xfrm rot="16200000">
              <a:off x="5622132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0" name="Rectangle 24"/>
            <p:cNvSpPr>
              <a:spLocks noChangeArrowheads="1"/>
            </p:cNvSpPr>
            <p:nvPr/>
          </p:nvSpPr>
          <p:spPr bwMode="auto">
            <a:xfrm rot="16200000">
              <a:off x="5622132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1" name="Rectangle 24"/>
            <p:cNvSpPr>
              <a:spLocks noChangeArrowheads="1"/>
            </p:cNvSpPr>
            <p:nvPr/>
          </p:nvSpPr>
          <p:spPr bwMode="auto">
            <a:xfrm rot="16200000">
              <a:off x="5622131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2" name="Rectangle 24"/>
            <p:cNvSpPr>
              <a:spLocks noChangeArrowheads="1"/>
            </p:cNvSpPr>
            <p:nvPr/>
          </p:nvSpPr>
          <p:spPr bwMode="auto">
            <a:xfrm rot="16200000">
              <a:off x="5622131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3" name="Rectangle 24"/>
            <p:cNvSpPr>
              <a:spLocks noChangeArrowheads="1"/>
            </p:cNvSpPr>
            <p:nvPr/>
          </p:nvSpPr>
          <p:spPr bwMode="auto">
            <a:xfrm rot="16200000">
              <a:off x="5621338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4" name="Rectangle 24"/>
            <p:cNvSpPr>
              <a:spLocks noChangeArrowheads="1"/>
            </p:cNvSpPr>
            <p:nvPr/>
          </p:nvSpPr>
          <p:spPr bwMode="auto">
            <a:xfrm rot="16200000">
              <a:off x="5622132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5" name="Rectangle 24"/>
            <p:cNvSpPr>
              <a:spLocks noChangeArrowheads="1"/>
            </p:cNvSpPr>
            <p:nvPr/>
          </p:nvSpPr>
          <p:spPr bwMode="auto">
            <a:xfrm rot="16200000">
              <a:off x="5621338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C1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6" name="Rectangle 24"/>
            <p:cNvSpPr>
              <a:spLocks noChangeArrowheads="1"/>
            </p:cNvSpPr>
            <p:nvPr/>
          </p:nvSpPr>
          <p:spPr bwMode="auto">
            <a:xfrm rot="16200000">
              <a:off x="6334919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7" name="Rectangle 24"/>
            <p:cNvSpPr>
              <a:spLocks noChangeArrowheads="1"/>
            </p:cNvSpPr>
            <p:nvPr/>
          </p:nvSpPr>
          <p:spPr bwMode="auto">
            <a:xfrm rot="16200000">
              <a:off x="6334126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8" name="Rectangle 24"/>
            <p:cNvSpPr>
              <a:spLocks noChangeArrowheads="1"/>
            </p:cNvSpPr>
            <p:nvPr/>
          </p:nvSpPr>
          <p:spPr bwMode="auto">
            <a:xfrm rot="16200000">
              <a:off x="6334920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09" name="Rectangle 24"/>
            <p:cNvSpPr>
              <a:spLocks noChangeArrowheads="1"/>
            </p:cNvSpPr>
            <p:nvPr/>
          </p:nvSpPr>
          <p:spPr bwMode="auto">
            <a:xfrm rot="16200000">
              <a:off x="6334920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0" name="Rectangle 24"/>
            <p:cNvSpPr>
              <a:spLocks noChangeArrowheads="1"/>
            </p:cNvSpPr>
            <p:nvPr/>
          </p:nvSpPr>
          <p:spPr bwMode="auto">
            <a:xfrm rot="16200000">
              <a:off x="6334919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1" name="Rectangle 24"/>
            <p:cNvSpPr>
              <a:spLocks noChangeArrowheads="1"/>
            </p:cNvSpPr>
            <p:nvPr/>
          </p:nvSpPr>
          <p:spPr bwMode="auto">
            <a:xfrm rot="16200000">
              <a:off x="6334919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2" name="Rectangle 24"/>
            <p:cNvSpPr>
              <a:spLocks noChangeArrowheads="1"/>
            </p:cNvSpPr>
            <p:nvPr/>
          </p:nvSpPr>
          <p:spPr bwMode="auto">
            <a:xfrm rot="16200000">
              <a:off x="6334126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3" name="Rectangle 24"/>
            <p:cNvSpPr>
              <a:spLocks noChangeArrowheads="1"/>
            </p:cNvSpPr>
            <p:nvPr/>
          </p:nvSpPr>
          <p:spPr bwMode="auto">
            <a:xfrm rot="16200000">
              <a:off x="6334920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 rot="16200000">
              <a:off x="6334126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B1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5" name="Rectangle 24"/>
            <p:cNvSpPr>
              <a:spLocks noChangeArrowheads="1"/>
            </p:cNvSpPr>
            <p:nvPr/>
          </p:nvSpPr>
          <p:spPr bwMode="auto">
            <a:xfrm rot="16200000">
              <a:off x="7020719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6" name="Rectangle 24"/>
            <p:cNvSpPr>
              <a:spLocks noChangeArrowheads="1"/>
            </p:cNvSpPr>
            <p:nvPr/>
          </p:nvSpPr>
          <p:spPr bwMode="auto">
            <a:xfrm rot="16200000">
              <a:off x="7019926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7" name="Rectangle 24"/>
            <p:cNvSpPr>
              <a:spLocks noChangeArrowheads="1"/>
            </p:cNvSpPr>
            <p:nvPr/>
          </p:nvSpPr>
          <p:spPr bwMode="auto">
            <a:xfrm rot="16200000">
              <a:off x="7020720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8" name="Rectangle 24"/>
            <p:cNvSpPr>
              <a:spLocks noChangeArrowheads="1"/>
            </p:cNvSpPr>
            <p:nvPr/>
          </p:nvSpPr>
          <p:spPr bwMode="auto">
            <a:xfrm rot="16200000">
              <a:off x="7020720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19" name="Rectangle 24"/>
            <p:cNvSpPr>
              <a:spLocks noChangeArrowheads="1"/>
            </p:cNvSpPr>
            <p:nvPr/>
          </p:nvSpPr>
          <p:spPr bwMode="auto">
            <a:xfrm rot="16200000">
              <a:off x="7020719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20" name="Rectangle 24"/>
            <p:cNvSpPr>
              <a:spLocks noChangeArrowheads="1"/>
            </p:cNvSpPr>
            <p:nvPr/>
          </p:nvSpPr>
          <p:spPr bwMode="auto">
            <a:xfrm rot="16200000">
              <a:off x="7020719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21" name="Rectangle 24"/>
            <p:cNvSpPr>
              <a:spLocks noChangeArrowheads="1"/>
            </p:cNvSpPr>
            <p:nvPr/>
          </p:nvSpPr>
          <p:spPr bwMode="auto">
            <a:xfrm rot="16200000">
              <a:off x="7019926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22" name="Rectangle 24"/>
            <p:cNvSpPr>
              <a:spLocks noChangeArrowheads="1"/>
            </p:cNvSpPr>
            <p:nvPr/>
          </p:nvSpPr>
          <p:spPr bwMode="auto">
            <a:xfrm rot="16200000">
              <a:off x="7020720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23" name="Rectangle 24"/>
            <p:cNvSpPr>
              <a:spLocks noChangeArrowheads="1"/>
            </p:cNvSpPr>
            <p:nvPr/>
          </p:nvSpPr>
          <p:spPr bwMode="auto">
            <a:xfrm rot="16200000">
              <a:off x="7019926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A1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7932" name="Rectangle 7"/>
            <p:cNvSpPr>
              <a:spLocks noChangeArrowheads="1"/>
            </p:cNvSpPr>
            <p:nvPr/>
          </p:nvSpPr>
          <p:spPr bwMode="auto">
            <a:xfrm rot="10800000">
              <a:off x="1698625" y="1322388"/>
              <a:ext cx="2957513" cy="4894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ko-KR" altLang="en-US" sz="9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234" name="Rectangle 24"/>
            <p:cNvSpPr>
              <a:spLocks noChangeArrowheads="1"/>
            </p:cNvSpPr>
            <p:nvPr/>
          </p:nvSpPr>
          <p:spPr bwMode="auto">
            <a:xfrm rot="16200000">
              <a:off x="1950244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37934" name="Text Box 99"/>
            <p:cNvSpPr txBox="1">
              <a:spLocks noChangeArrowheads="1"/>
            </p:cNvSpPr>
            <p:nvPr/>
          </p:nvSpPr>
          <p:spPr bwMode="auto">
            <a:xfrm>
              <a:off x="2560638" y="6043613"/>
              <a:ext cx="501650" cy="1730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BBE0E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Front↑</a:t>
              </a:r>
            </a:p>
          </p:txBody>
        </p:sp>
        <p:sp>
          <p:nvSpPr>
            <p:cNvPr id="236" name="Rectangle 24"/>
            <p:cNvSpPr>
              <a:spLocks noChangeArrowheads="1"/>
            </p:cNvSpPr>
            <p:nvPr/>
          </p:nvSpPr>
          <p:spPr bwMode="auto">
            <a:xfrm rot="16200000">
              <a:off x="1949451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37" name="Rectangle 24"/>
            <p:cNvSpPr>
              <a:spLocks noChangeArrowheads="1"/>
            </p:cNvSpPr>
            <p:nvPr/>
          </p:nvSpPr>
          <p:spPr bwMode="auto">
            <a:xfrm rot="16200000">
              <a:off x="1950245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38" name="Rectangle 24"/>
            <p:cNvSpPr>
              <a:spLocks noChangeArrowheads="1"/>
            </p:cNvSpPr>
            <p:nvPr/>
          </p:nvSpPr>
          <p:spPr bwMode="auto">
            <a:xfrm rot="16200000">
              <a:off x="1950245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39" name="Rectangle 24"/>
            <p:cNvSpPr>
              <a:spLocks noChangeArrowheads="1"/>
            </p:cNvSpPr>
            <p:nvPr/>
          </p:nvSpPr>
          <p:spPr bwMode="auto">
            <a:xfrm rot="16200000">
              <a:off x="1950244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0" name="Rectangle 24"/>
            <p:cNvSpPr>
              <a:spLocks noChangeArrowheads="1"/>
            </p:cNvSpPr>
            <p:nvPr/>
          </p:nvSpPr>
          <p:spPr bwMode="auto">
            <a:xfrm rot="16200000">
              <a:off x="1950244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1" name="Rectangle 24"/>
            <p:cNvSpPr>
              <a:spLocks noChangeArrowheads="1"/>
            </p:cNvSpPr>
            <p:nvPr/>
          </p:nvSpPr>
          <p:spPr bwMode="auto">
            <a:xfrm rot="16200000">
              <a:off x="1949451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2" name="Rectangle 24"/>
            <p:cNvSpPr>
              <a:spLocks noChangeArrowheads="1"/>
            </p:cNvSpPr>
            <p:nvPr/>
          </p:nvSpPr>
          <p:spPr bwMode="auto">
            <a:xfrm rot="16200000">
              <a:off x="1950245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3" name="Rectangle 24"/>
            <p:cNvSpPr>
              <a:spLocks noChangeArrowheads="1"/>
            </p:cNvSpPr>
            <p:nvPr/>
          </p:nvSpPr>
          <p:spPr bwMode="auto">
            <a:xfrm rot="16200000">
              <a:off x="1949451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H1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4" name="Rectangle 24"/>
            <p:cNvSpPr>
              <a:spLocks noChangeArrowheads="1"/>
            </p:cNvSpPr>
            <p:nvPr/>
          </p:nvSpPr>
          <p:spPr bwMode="auto">
            <a:xfrm rot="16200000">
              <a:off x="2663031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5" name="Rectangle 24"/>
            <p:cNvSpPr>
              <a:spLocks noChangeArrowheads="1"/>
            </p:cNvSpPr>
            <p:nvPr/>
          </p:nvSpPr>
          <p:spPr bwMode="auto">
            <a:xfrm rot="16200000">
              <a:off x="2662238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6" name="Rectangle 24"/>
            <p:cNvSpPr>
              <a:spLocks noChangeArrowheads="1"/>
            </p:cNvSpPr>
            <p:nvPr/>
          </p:nvSpPr>
          <p:spPr bwMode="auto">
            <a:xfrm rot="16200000">
              <a:off x="2663032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7" name="Rectangle 24"/>
            <p:cNvSpPr>
              <a:spLocks noChangeArrowheads="1"/>
            </p:cNvSpPr>
            <p:nvPr/>
          </p:nvSpPr>
          <p:spPr bwMode="auto">
            <a:xfrm rot="16200000">
              <a:off x="2663032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8" name="Rectangle 24"/>
            <p:cNvSpPr>
              <a:spLocks noChangeArrowheads="1"/>
            </p:cNvSpPr>
            <p:nvPr/>
          </p:nvSpPr>
          <p:spPr bwMode="auto">
            <a:xfrm rot="16200000">
              <a:off x="2663031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49" name="Rectangle 24"/>
            <p:cNvSpPr>
              <a:spLocks noChangeArrowheads="1"/>
            </p:cNvSpPr>
            <p:nvPr/>
          </p:nvSpPr>
          <p:spPr bwMode="auto">
            <a:xfrm rot="16200000">
              <a:off x="2663031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0" name="Rectangle 24"/>
            <p:cNvSpPr>
              <a:spLocks noChangeArrowheads="1"/>
            </p:cNvSpPr>
            <p:nvPr/>
          </p:nvSpPr>
          <p:spPr bwMode="auto">
            <a:xfrm rot="16200000">
              <a:off x="2662238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1" name="Rectangle 24"/>
            <p:cNvSpPr>
              <a:spLocks noChangeArrowheads="1"/>
            </p:cNvSpPr>
            <p:nvPr/>
          </p:nvSpPr>
          <p:spPr bwMode="auto">
            <a:xfrm rot="16200000">
              <a:off x="2663032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2" name="Rectangle 24"/>
            <p:cNvSpPr>
              <a:spLocks noChangeArrowheads="1"/>
            </p:cNvSpPr>
            <p:nvPr/>
          </p:nvSpPr>
          <p:spPr bwMode="auto">
            <a:xfrm rot="16200000">
              <a:off x="2662238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G1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3" name="Rectangle 24"/>
            <p:cNvSpPr>
              <a:spLocks noChangeArrowheads="1"/>
            </p:cNvSpPr>
            <p:nvPr/>
          </p:nvSpPr>
          <p:spPr bwMode="auto">
            <a:xfrm rot="16200000">
              <a:off x="3375819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4" name="Rectangle 24"/>
            <p:cNvSpPr>
              <a:spLocks noChangeArrowheads="1"/>
            </p:cNvSpPr>
            <p:nvPr/>
          </p:nvSpPr>
          <p:spPr bwMode="auto">
            <a:xfrm rot="16200000">
              <a:off x="3375026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5" name="Rectangle 24"/>
            <p:cNvSpPr>
              <a:spLocks noChangeArrowheads="1"/>
            </p:cNvSpPr>
            <p:nvPr/>
          </p:nvSpPr>
          <p:spPr bwMode="auto">
            <a:xfrm rot="16200000">
              <a:off x="3375820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6" name="Rectangle 24"/>
            <p:cNvSpPr>
              <a:spLocks noChangeArrowheads="1"/>
            </p:cNvSpPr>
            <p:nvPr/>
          </p:nvSpPr>
          <p:spPr bwMode="auto">
            <a:xfrm rot="16200000">
              <a:off x="3375820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7" name="Rectangle 24"/>
            <p:cNvSpPr>
              <a:spLocks noChangeArrowheads="1"/>
            </p:cNvSpPr>
            <p:nvPr/>
          </p:nvSpPr>
          <p:spPr bwMode="auto">
            <a:xfrm rot="16200000">
              <a:off x="3375819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8" name="Rectangle 24"/>
            <p:cNvSpPr>
              <a:spLocks noChangeArrowheads="1"/>
            </p:cNvSpPr>
            <p:nvPr/>
          </p:nvSpPr>
          <p:spPr bwMode="auto">
            <a:xfrm rot="16200000">
              <a:off x="3375819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59" name="Rectangle 24"/>
            <p:cNvSpPr>
              <a:spLocks noChangeArrowheads="1"/>
            </p:cNvSpPr>
            <p:nvPr/>
          </p:nvSpPr>
          <p:spPr bwMode="auto">
            <a:xfrm rot="16200000">
              <a:off x="3375026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0" name="Rectangle 24"/>
            <p:cNvSpPr>
              <a:spLocks noChangeArrowheads="1"/>
            </p:cNvSpPr>
            <p:nvPr/>
          </p:nvSpPr>
          <p:spPr bwMode="auto">
            <a:xfrm rot="16200000">
              <a:off x="3375820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1" name="Rectangle 24"/>
            <p:cNvSpPr>
              <a:spLocks noChangeArrowheads="1"/>
            </p:cNvSpPr>
            <p:nvPr/>
          </p:nvSpPr>
          <p:spPr bwMode="auto">
            <a:xfrm rot="16200000">
              <a:off x="3375026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F1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2" name="Rectangle 24"/>
            <p:cNvSpPr>
              <a:spLocks noChangeArrowheads="1"/>
            </p:cNvSpPr>
            <p:nvPr/>
          </p:nvSpPr>
          <p:spPr bwMode="auto">
            <a:xfrm rot="16200000">
              <a:off x="4063206" y="54903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E9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3" name="Rectangle 24"/>
            <p:cNvSpPr>
              <a:spLocks noChangeArrowheads="1"/>
            </p:cNvSpPr>
            <p:nvPr/>
          </p:nvSpPr>
          <p:spPr bwMode="auto">
            <a:xfrm rot="16200000">
              <a:off x="4062413" y="49847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E8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4" name="Rectangle 24"/>
            <p:cNvSpPr>
              <a:spLocks noChangeArrowheads="1"/>
            </p:cNvSpPr>
            <p:nvPr/>
          </p:nvSpPr>
          <p:spPr bwMode="auto">
            <a:xfrm rot="16200000">
              <a:off x="4063207" y="44791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E7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5" name="Rectangle 24"/>
            <p:cNvSpPr>
              <a:spLocks noChangeArrowheads="1"/>
            </p:cNvSpPr>
            <p:nvPr/>
          </p:nvSpPr>
          <p:spPr bwMode="auto">
            <a:xfrm rot="16200000">
              <a:off x="4063207" y="3974306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E6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6" name="Rectangle 24"/>
            <p:cNvSpPr>
              <a:spLocks noChangeArrowheads="1"/>
            </p:cNvSpPr>
            <p:nvPr/>
          </p:nvSpPr>
          <p:spPr bwMode="auto">
            <a:xfrm rot="16200000">
              <a:off x="4063206" y="3467894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E5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7" name="Rectangle 24"/>
            <p:cNvSpPr>
              <a:spLocks noChangeArrowheads="1"/>
            </p:cNvSpPr>
            <p:nvPr/>
          </p:nvSpPr>
          <p:spPr bwMode="auto">
            <a:xfrm rot="16200000">
              <a:off x="4063206" y="2963069"/>
              <a:ext cx="385763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E4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8" name="Rectangle 24"/>
            <p:cNvSpPr>
              <a:spLocks noChangeArrowheads="1"/>
            </p:cNvSpPr>
            <p:nvPr/>
          </p:nvSpPr>
          <p:spPr bwMode="auto">
            <a:xfrm rot="16200000">
              <a:off x="4062413" y="2457450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E3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69" name="Rectangle 24"/>
            <p:cNvSpPr>
              <a:spLocks noChangeArrowheads="1"/>
            </p:cNvSpPr>
            <p:nvPr/>
          </p:nvSpPr>
          <p:spPr bwMode="auto">
            <a:xfrm rot="16200000">
              <a:off x="4063207" y="1951831"/>
              <a:ext cx="385762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E2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sp>
          <p:nvSpPr>
            <p:cNvPr id="270" name="Rectangle 24"/>
            <p:cNvSpPr>
              <a:spLocks noChangeArrowheads="1"/>
            </p:cNvSpPr>
            <p:nvPr/>
          </p:nvSpPr>
          <p:spPr bwMode="auto">
            <a:xfrm rot="16200000">
              <a:off x="4062413" y="1446212"/>
              <a:ext cx="387350" cy="593725"/>
            </a:xfrm>
            <a:prstGeom prst="rect">
              <a:avLst/>
            </a:prstGeom>
            <a:solidFill>
              <a:srgbClr val="D5E2EB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07763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vert="vert" anchor="ctr"/>
            <a:lstStyle/>
            <a:p>
              <a:pPr algn="ctr">
                <a:defRPr/>
              </a:pPr>
              <a:r>
                <a:rPr lang="en-US" altLang="ko-KR" sz="1000">
                  <a:latin typeface="LG스마트체 Regular" panose="020B0600000101010101" pitchFamily="50" charset="-127"/>
                  <a:ea typeface="LG스마트체 Regular" panose="020B0600000101010101" pitchFamily="50" charset="-127"/>
                </a:rPr>
                <a:t>E1</a:t>
              </a:r>
              <a:endPara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endParaRPr>
            </a:p>
          </p:txBody>
        </p:sp>
        <p:cxnSp>
          <p:nvCxnSpPr>
            <p:cNvPr id="6" name="직선 연결선 5"/>
            <p:cNvCxnSpPr/>
            <p:nvPr/>
          </p:nvCxnSpPr>
          <p:spPr>
            <a:xfrm flipH="1">
              <a:off x="7256463" y="5980113"/>
              <a:ext cx="358775" cy="23653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971" name="Rectangle 6"/>
            <p:cNvSpPr>
              <a:spLocks noChangeArrowheads="1"/>
            </p:cNvSpPr>
            <p:nvPr/>
          </p:nvSpPr>
          <p:spPr bwMode="auto">
            <a:xfrm>
              <a:off x="7256463" y="1128713"/>
              <a:ext cx="646112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1100">
                  <a:latin typeface="LG스마트체 Regular" pitchFamily="50" charset="-127"/>
                  <a:ea typeface="LG스마트체 Regular" pitchFamily="50" charset="-127"/>
                </a:rPr>
                <a:t>Edge Cut</a:t>
              </a:r>
              <a:endParaRPr lang="ko-KR" altLang="en-US" sz="1100">
                <a:latin typeface="LG스마트체 Regular" pitchFamily="50" charset="-127"/>
                <a:ea typeface="LG스마트체 Regular" pitchFamily="50" charset="-127"/>
              </a:endParaRPr>
            </a:p>
          </p:txBody>
        </p:sp>
        <p:sp>
          <p:nvSpPr>
            <p:cNvPr id="37972" name="Rectangle 96"/>
            <p:cNvSpPr>
              <a:spLocks noChangeArrowheads="1"/>
            </p:cNvSpPr>
            <p:nvPr/>
          </p:nvSpPr>
          <p:spPr bwMode="auto">
            <a:xfrm>
              <a:off x="5781675" y="2185988"/>
              <a:ext cx="765175" cy="56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(+,+)</a:t>
              </a:r>
            </a:p>
          </p:txBody>
        </p:sp>
        <p:sp>
          <p:nvSpPr>
            <p:cNvPr id="37973" name="Rectangle 96"/>
            <p:cNvSpPr>
              <a:spLocks noChangeArrowheads="1"/>
            </p:cNvSpPr>
            <p:nvPr/>
          </p:nvSpPr>
          <p:spPr bwMode="auto">
            <a:xfrm>
              <a:off x="5816600" y="4652963"/>
              <a:ext cx="692150" cy="56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(+,-)</a:t>
              </a:r>
            </a:p>
          </p:txBody>
        </p:sp>
        <p:sp>
          <p:nvSpPr>
            <p:cNvPr id="37974" name="Rectangle 96"/>
            <p:cNvSpPr>
              <a:spLocks noChangeArrowheads="1"/>
            </p:cNvSpPr>
            <p:nvPr/>
          </p:nvSpPr>
          <p:spPr bwMode="auto">
            <a:xfrm>
              <a:off x="2849563" y="2185988"/>
              <a:ext cx="690562" cy="56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(-,+)</a:t>
              </a:r>
            </a:p>
          </p:txBody>
        </p:sp>
        <p:sp>
          <p:nvSpPr>
            <p:cNvPr id="37975" name="Rectangle 96"/>
            <p:cNvSpPr>
              <a:spLocks noChangeArrowheads="1"/>
            </p:cNvSpPr>
            <p:nvPr/>
          </p:nvSpPr>
          <p:spPr bwMode="auto">
            <a:xfrm>
              <a:off x="2947988" y="4713288"/>
              <a:ext cx="619125" cy="56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>
              <a:spAutoFit/>
            </a:bodyPr>
            <a:lstStyle>
              <a:lvl1pPr eaLnBrk="0" hangingPunct="0">
                <a:spcBef>
                  <a:spcPct val="20000"/>
                </a:spcBef>
                <a:buFont typeface="Wingdings" pitchFamily="2" charset="2"/>
                <a:buChar char="§"/>
                <a:defRPr sz="14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itchFamily="34" charset="0"/>
                <a:buAutoNum type="arabicPeriod"/>
                <a:tabLst>
                  <a:tab pos="93663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itchFamily="34" charset="0"/>
                <a:buChar char="•"/>
                <a:tabLst>
                  <a:tab pos="174625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itchFamily="34" charset="0"/>
                <a:buChar char="–"/>
                <a:tabLst>
                  <a:tab pos="26828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tabLst>
                  <a:tab pos="363538" algn="l"/>
                </a:tabLst>
                <a:defRPr sz="1200">
                  <a:solidFill>
                    <a:schemeClr val="tx1"/>
                  </a:solidFill>
                  <a:latin typeface="Arial" pitchFamily="34" charset="0"/>
                  <a:ea typeface="돋움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ko-KR" sz="40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rPr>
                <a:t>(-,-)</a:t>
              </a:r>
            </a:p>
          </p:txBody>
        </p:sp>
        <p:grpSp>
          <p:nvGrpSpPr>
            <p:cNvPr id="37976" name="그룹 8"/>
            <p:cNvGrpSpPr>
              <a:grpSpLocks/>
            </p:cNvGrpSpPr>
            <p:nvPr/>
          </p:nvGrpSpPr>
          <p:grpSpPr bwMode="auto">
            <a:xfrm>
              <a:off x="4359275" y="3033713"/>
              <a:ext cx="1003300" cy="736600"/>
              <a:chOff x="-356577" y="2857623"/>
              <a:chExt cx="1004644" cy="736584"/>
            </a:xfrm>
          </p:grpSpPr>
          <p:cxnSp>
            <p:nvCxnSpPr>
              <p:cNvPr id="224" name="직선 화살표 연결선 223"/>
              <p:cNvCxnSpPr/>
              <p:nvPr/>
            </p:nvCxnSpPr>
            <p:spPr>
              <a:xfrm>
                <a:off x="-54548" y="3594207"/>
                <a:ext cx="702615" cy="0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직선 화살표 연결선 224"/>
              <p:cNvCxnSpPr/>
              <p:nvPr/>
            </p:nvCxnSpPr>
            <p:spPr>
              <a:xfrm flipV="1">
                <a:off x="-51369" y="2857623"/>
                <a:ext cx="0" cy="736584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80" name="Rectangle 96"/>
              <p:cNvSpPr>
                <a:spLocks noChangeArrowheads="1"/>
              </p:cNvSpPr>
              <p:nvPr/>
            </p:nvSpPr>
            <p:spPr bwMode="auto">
              <a:xfrm>
                <a:off x="336337" y="3358369"/>
                <a:ext cx="201092" cy="212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>
                <a:spAutoFit/>
              </a:bodyPr>
              <a:lstStyle>
                <a:lvl1pPr eaLnBrk="0" hangingPunct="0">
                  <a:spcBef>
                    <a:spcPct val="20000"/>
                  </a:spcBef>
                  <a:buFont typeface="Wingdings" pitchFamily="2" charset="2"/>
                  <a:buChar char="§"/>
                  <a:defRPr sz="14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pitchFamily="34" charset="0"/>
                  <a:buAutoNum type="arabicPeriod"/>
                  <a:tabLst>
                    <a:tab pos="93663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pitchFamily="34" charset="0"/>
                  <a:buChar char="•"/>
                  <a:tabLst>
                    <a:tab pos="174625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pitchFamily="34" charset="0"/>
                  <a:buChar char="–"/>
                  <a:tabLst>
                    <a:tab pos="26828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ko-KR" sz="1200" b="1">
                    <a:solidFill>
                      <a:srgbClr val="FF0000"/>
                    </a:solidFill>
                    <a:latin typeface="LG스마트체 Regular" pitchFamily="50" charset="-127"/>
                    <a:ea typeface="LG스마트체 Regular" pitchFamily="50" charset="-127"/>
                  </a:rPr>
                  <a:t>X</a:t>
                </a:r>
                <a:r>
                  <a:rPr lang="ko-KR" altLang="en-US" sz="1200" b="1">
                    <a:solidFill>
                      <a:srgbClr val="FF0000"/>
                    </a:solidFill>
                    <a:latin typeface="LG스마트체 Regular" pitchFamily="50" charset="-127"/>
                    <a:ea typeface="LG스마트체 Regular" pitchFamily="50" charset="-127"/>
                  </a:rPr>
                  <a:t>축</a:t>
                </a:r>
                <a:endParaRPr lang="en-US" altLang="ko-KR" sz="12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endParaRPr>
              </a:p>
            </p:txBody>
          </p:sp>
          <p:sp>
            <p:nvSpPr>
              <p:cNvPr id="37981" name="Rectangle 96"/>
              <p:cNvSpPr>
                <a:spLocks noChangeArrowheads="1"/>
              </p:cNvSpPr>
              <p:nvPr/>
            </p:nvSpPr>
            <p:spPr bwMode="auto">
              <a:xfrm>
                <a:off x="-356577" y="3017346"/>
                <a:ext cx="201092" cy="212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>
                <a:spAutoFit/>
              </a:bodyPr>
              <a:lstStyle>
                <a:lvl1pPr eaLnBrk="0" hangingPunct="0">
                  <a:spcBef>
                    <a:spcPct val="20000"/>
                  </a:spcBef>
                  <a:buFont typeface="Wingdings" pitchFamily="2" charset="2"/>
                  <a:buChar char="§"/>
                  <a:defRPr sz="14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pitchFamily="34" charset="0"/>
                  <a:buAutoNum type="arabicPeriod"/>
                  <a:tabLst>
                    <a:tab pos="93663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pitchFamily="34" charset="0"/>
                  <a:buChar char="•"/>
                  <a:tabLst>
                    <a:tab pos="174625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pitchFamily="34" charset="0"/>
                  <a:buChar char="–"/>
                  <a:tabLst>
                    <a:tab pos="26828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tabLst>
                    <a:tab pos="363538" algn="l"/>
                  </a:tabLst>
                  <a:defRPr sz="1200">
                    <a:solidFill>
                      <a:schemeClr val="tx1"/>
                    </a:solidFill>
                    <a:latin typeface="Arial" pitchFamily="34" charset="0"/>
                    <a:ea typeface="돋움" pitchFamily="50" charset="-127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ko-KR" sz="1200" b="1">
                    <a:solidFill>
                      <a:srgbClr val="FF0000"/>
                    </a:solidFill>
                    <a:latin typeface="LG스마트체 Regular" pitchFamily="50" charset="-127"/>
                    <a:ea typeface="LG스마트체 Regular" pitchFamily="50" charset="-127"/>
                  </a:rPr>
                  <a:t>Y</a:t>
                </a:r>
                <a:r>
                  <a:rPr lang="ko-KR" altLang="en-US" sz="1200" b="1">
                    <a:solidFill>
                      <a:srgbClr val="FF0000"/>
                    </a:solidFill>
                    <a:latin typeface="LG스마트체 Regular" pitchFamily="50" charset="-127"/>
                    <a:ea typeface="LG스마트체 Regular" pitchFamily="50" charset="-127"/>
                  </a:rPr>
                  <a:t>축</a:t>
                </a:r>
                <a:endParaRPr lang="en-US" altLang="ko-KR" sz="1200" b="1">
                  <a:solidFill>
                    <a:srgbClr val="FF0000"/>
                  </a:solidFill>
                  <a:latin typeface="LG스마트체 Regular" pitchFamily="50" charset="-127"/>
                  <a:ea typeface="LG스마트체 Regular" pitchFamily="50" charset="-127"/>
                </a:endParaRPr>
              </a:p>
            </p:txBody>
          </p:sp>
        </p:grpSp>
      </p:grpSp>
      <p:sp>
        <p:nvSpPr>
          <p:cNvPr id="94" name="Rectangle 1368"/>
          <p:cNvSpPr>
            <a:spLocks noChangeArrowheads="1"/>
          </p:cNvSpPr>
          <p:nvPr/>
        </p:nvSpPr>
        <p:spPr bwMode="auto">
          <a:xfrm>
            <a:off x="57150" y="57150"/>
            <a:ext cx="294715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5. </a:t>
            </a:r>
            <a:r>
              <a:rPr lang="en-US" altLang="ko-KR" sz="1800" b="1" err="1">
                <a:solidFill>
                  <a:schemeClr val="bg1"/>
                </a:solidFill>
              </a:rPr>
              <a:t>ToE</a:t>
            </a:r>
            <a:r>
              <a:rPr lang="en-US" altLang="ko-KR" sz="1800" b="1">
                <a:solidFill>
                  <a:schemeClr val="bg1"/>
                </a:solidFill>
              </a:rPr>
              <a:t> </a:t>
            </a:r>
            <a:r>
              <a:rPr lang="ko-KR" altLang="en-US" sz="1800" b="1">
                <a:solidFill>
                  <a:schemeClr val="bg1"/>
                </a:solidFill>
              </a:rPr>
              <a:t>좌표체계 기준</a:t>
            </a:r>
            <a:r>
              <a:rPr lang="en-US" altLang="ko-KR" sz="1800" b="1">
                <a:solidFill>
                  <a:schemeClr val="bg1"/>
                </a:solidFill>
              </a:rPr>
              <a:t>(AP3)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5" name="Rectangle 3"/>
          <p:cNvSpPr>
            <a:spLocks noChangeArrowheads="1"/>
          </p:cNvSpPr>
          <p:nvPr/>
        </p:nvSpPr>
        <p:spPr bwMode="auto">
          <a:xfrm>
            <a:off x="5040313" y="203200"/>
            <a:ext cx="3509962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6-1. FILE SERVER DOWN/DISCONNECT </a:t>
            </a:r>
            <a:r>
              <a:rPr lang="ko-KR" altLang="en-US" sz="1300" b="1"/>
              <a:t>시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16" name="AutoShape 4"/>
          <p:cNvSpPr>
            <a:spLocks noChangeArrowheads="1"/>
          </p:cNvSpPr>
          <p:nvPr/>
        </p:nvSpPr>
        <p:spPr bwMode="auto">
          <a:xfrm>
            <a:off x="2806700" y="838200"/>
            <a:ext cx="990600" cy="381000"/>
          </a:xfrm>
          <a:prstGeom prst="flowChartProcess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Mask </a:t>
            </a:r>
            <a:r>
              <a:rPr lang="ko-KR" altLang="en-US" sz="1000"/>
              <a:t>투입 시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 </a:t>
            </a:r>
            <a:r>
              <a:rPr lang="en-US" altLang="ko-KR" sz="1000"/>
              <a:t>Sever Check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17" name="AutoShape 5"/>
          <p:cNvSpPr>
            <a:spLocks noChangeArrowheads="1"/>
          </p:cNvSpPr>
          <p:nvPr/>
        </p:nvSpPr>
        <p:spPr bwMode="auto">
          <a:xfrm>
            <a:off x="2847975" y="1590675"/>
            <a:ext cx="908050" cy="6096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Server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Down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?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cxnSp>
        <p:nvCxnSpPr>
          <p:cNvPr id="38918" name="AutoShape 6"/>
          <p:cNvCxnSpPr>
            <a:cxnSpLocks noChangeShapeType="1"/>
            <a:stCxn id="38916" idx="2"/>
            <a:endCxn id="38917" idx="0"/>
          </p:cNvCxnSpPr>
          <p:nvPr/>
        </p:nvCxnSpPr>
        <p:spPr bwMode="auto">
          <a:xfrm>
            <a:off x="3302000" y="1219200"/>
            <a:ext cx="0" cy="3714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8919" name="AutoShape 7"/>
          <p:cNvSpPr>
            <a:spLocks noChangeArrowheads="1"/>
          </p:cNvSpPr>
          <p:nvPr/>
        </p:nvSpPr>
        <p:spPr bwMode="auto">
          <a:xfrm>
            <a:off x="2889250" y="2514600"/>
            <a:ext cx="825500" cy="304800"/>
          </a:xfrm>
          <a:prstGeom prst="flowChartProcess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Error </a:t>
            </a:r>
            <a:r>
              <a:rPr lang="ko-KR" altLang="en-US" sz="1000"/>
              <a:t>발생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0" name="AutoShape 8"/>
          <p:cNvSpPr>
            <a:spLocks noChangeArrowheads="1"/>
          </p:cNvSpPr>
          <p:nvPr/>
        </p:nvSpPr>
        <p:spPr bwMode="auto">
          <a:xfrm>
            <a:off x="5448300" y="3314700"/>
            <a:ext cx="825500" cy="304800"/>
          </a:xfrm>
          <a:prstGeom prst="flowChartProcess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정상진행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1" name="AutoShape 9"/>
          <p:cNvSpPr>
            <a:spLocks noChangeArrowheads="1"/>
          </p:cNvSpPr>
          <p:nvPr/>
        </p:nvSpPr>
        <p:spPr bwMode="auto">
          <a:xfrm>
            <a:off x="2847975" y="3124200"/>
            <a:ext cx="908050" cy="6858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재접속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조치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?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2" name="AutoShape 10"/>
          <p:cNvSpPr>
            <a:spLocks noChangeArrowheads="1"/>
          </p:cNvSpPr>
          <p:nvPr/>
        </p:nvSpPr>
        <p:spPr bwMode="auto">
          <a:xfrm>
            <a:off x="2889250" y="4114800"/>
            <a:ext cx="825500" cy="381000"/>
          </a:xfrm>
          <a:prstGeom prst="flowChartProcess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HDD</a:t>
            </a:r>
            <a:r>
              <a:rPr lang="ko-KR" altLang="en-US" sz="1000"/>
              <a:t>에 임시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저장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3" name="AutoShape 11"/>
          <p:cNvSpPr>
            <a:spLocks noChangeArrowheads="1"/>
          </p:cNvSpPr>
          <p:nvPr/>
        </p:nvSpPr>
        <p:spPr bwMode="auto">
          <a:xfrm>
            <a:off x="2847975" y="5029200"/>
            <a:ext cx="908050" cy="6096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Mask </a:t>
            </a:r>
            <a:r>
              <a:rPr lang="ko-KR" altLang="en-US" sz="1000"/>
              <a:t>배출 시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Sever Check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4" name="AutoShape 12"/>
          <p:cNvSpPr>
            <a:spLocks noChangeArrowheads="1"/>
          </p:cNvSpPr>
          <p:nvPr/>
        </p:nvSpPr>
        <p:spPr bwMode="auto">
          <a:xfrm>
            <a:off x="2889250" y="5943600"/>
            <a:ext cx="825500" cy="381000"/>
          </a:xfrm>
          <a:prstGeom prst="flowChartProcess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HDD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자체저장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5" name="AutoShape 13"/>
          <p:cNvSpPr>
            <a:spLocks noChangeArrowheads="1"/>
          </p:cNvSpPr>
          <p:nvPr/>
        </p:nvSpPr>
        <p:spPr bwMode="auto">
          <a:xfrm>
            <a:off x="412750" y="2362200"/>
            <a:ext cx="2311400" cy="533400"/>
          </a:xfrm>
          <a:prstGeom prst="flowChartProcess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6" name="AutoShape 14"/>
          <p:cNvSpPr>
            <a:spLocks noChangeArrowheads="1"/>
          </p:cNvSpPr>
          <p:nvPr/>
        </p:nvSpPr>
        <p:spPr bwMode="auto">
          <a:xfrm>
            <a:off x="522288" y="2489200"/>
            <a:ext cx="523875" cy="304800"/>
          </a:xfrm>
          <a:prstGeom prst="flowChartProcess">
            <a:avLst/>
          </a:prstGeom>
          <a:solidFill>
            <a:srgbClr val="CCFF66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Retry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7" name="AutoShape 15"/>
          <p:cNvSpPr>
            <a:spLocks noChangeArrowheads="1"/>
          </p:cNvSpPr>
          <p:nvPr/>
        </p:nvSpPr>
        <p:spPr bwMode="auto">
          <a:xfrm>
            <a:off x="1128713" y="2489200"/>
            <a:ext cx="742950" cy="304800"/>
          </a:xfrm>
          <a:prstGeom prst="flowChartProcess">
            <a:avLst/>
          </a:prstGeom>
          <a:solidFill>
            <a:srgbClr val="CCFF66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자체 저장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8" name="AutoShape 16"/>
          <p:cNvSpPr>
            <a:spLocks noChangeArrowheads="1"/>
          </p:cNvSpPr>
          <p:nvPr/>
        </p:nvSpPr>
        <p:spPr bwMode="auto">
          <a:xfrm>
            <a:off x="1925638" y="2489200"/>
            <a:ext cx="688975" cy="304800"/>
          </a:xfrm>
          <a:prstGeom prst="flowChartProcess">
            <a:avLst/>
          </a:prstGeom>
          <a:solidFill>
            <a:srgbClr val="CCFF66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찾아보기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29" name="Text Box 17"/>
          <p:cNvSpPr txBox="1">
            <a:spLocks noChangeArrowheads="1"/>
          </p:cNvSpPr>
          <p:nvPr/>
        </p:nvSpPr>
        <p:spPr bwMode="auto">
          <a:xfrm>
            <a:off x="468313" y="2112963"/>
            <a:ext cx="16573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accent2"/>
                </a:solidFill>
              </a:rPr>
              <a:t>Error </a:t>
            </a:r>
            <a:r>
              <a:rPr lang="ko-KR" altLang="en-US" sz="1000">
                <a:solidFill>
                  <a:schemeClr val="accent2"/>
                </a:solidFill>
              </a:rPr>
              <a:t>발생시 선택 </a:t>
            </a:r>
            <a:r>
              <a:rPr lang="en-US" altLang="ko-KR" sz="1000">
                <a:solidFill>
                  <a:schemeClr val="accent2"/>
                </a:solidFill>
              </a:rPr>
              <a:t>Window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cxnSp>
        <p:nvCxnSpPr>
          <p:cNvPr id="38930" name="AutoShape 18"/>
          <p:cNvCxnSpPr>
            <a:cxnSpLocks noChangeShapeType="1"/>
            <a:stCxn id="38917" idx="2"/>
            <a:endCxn id="38919" idx="0"/>
          </p:cNvCxnSpPr>
          <p:nvPr/>
        </p:nvCxnSpPr>
        <p:spPr bwMode="auto">
          <a:xfrm rot="5400000">
            <a:off x="3144837" y="2357438"/>
            <a:ext cx="31432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1" name="AutoShape 19"/>
          <p:cNvCxnSpPr>
            <a:cxnSpLocks noChangeShapeType="1"/>
            <a:stCxn id="38919" idx="2"/>
            <a:endCxn id="38921" idx="0"/>
          </p:cNvCxnSpPr>
          <p:nvPr/>
        </p:nvCxnSpPr>
        <p:spPr bwMode="auto">
          <a:xfrm>
            <a:off x="3302000" y="2819400"/>
            <a:ext cx="0" cy="3048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2" name="AutoShape 20"/>
          <p:cNvCxnSpPr>
            <a:cxnSpLocks noChangeShapeType="1"/>
            <a:stCxn id="38921" idx="2"/>
            <a:endCxn id="38922" idx="0"/>
          </p:cNvCxnSpPr>
          <p:nvPr/>
        </p:nvCxnSpPr>
        <p:spPr bwMode="auto">
          <a:xfrm>
            <a:off x="3302000" y="3810000"/>
            <a:ext cx="0" cy="3048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3" name="AutoShape 21"/>
          <p:cNvCxnSpPr>
            <a:cxnSpLocks noChangeShapeType="1"/>
            <a:stCxn id="38922" idx="2"/>
            <a:endCxn id="38923" idx="0"/>
          </p:cNvCxnSpPr>
          <p:nvPr/>
        </p:nvCxnSpPr>
        <p:spPr bwMode="auto">
          <a:xfrm rot="5400000">
            <a:off x="3035300" y="4762500"/>
            <a:ext cx="533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4" name="AutoShape 22"/>
          <p:cNvCxnSpPr>
            <a:cxnSpLocks noChangeShapeType="1"/>
            <a:stCxn id="38923" idx="2"/>
            <a:endCxn id="38924" idx="0"/>
          </p:cNvCxnSpPr>
          <p:nvPr/>
        </p:nvCxnSpPr>
        <p:spPr bwMode="auto">
          <a:xfrm rot="5400000">
            <a:off x="3149600" y="5791200"/>
            <a:ext cx="3048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5" name="AutoShape 23"/>
          <p:cNvCxnSpPr>
            <a:cxnSpLocks noChangeShapeType="1"/>
            <a:stCxn id="38923" idx="3"/>
            <a:endCxn id="38920" idx="2"/>
          </p:cNvCxnSpPr>
          <p:nvPr/>
        </p:nvCxnSpPr>
        <p:spPr bwMode="auto">
          <a:xfrm flipV="1">
            <a:off x="3756025" y="3619500"/>
            <a:ext cx="2105025" cy="1714500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6" name="AutoShape 24"/>
          <p:cNvCxnSpPr>
            <a:cxnSpLocks noChangeShapeType="1"/>
            <a:stCxn id="38921" idx="3"/>
            <a:endCxn id="38920" idx="1"/>
          </p:cNvCxnSpPr>
          <p:nvPr/>
        </p:nvCxnSpPr>
        <p:spPr bwMode="auto">
          <a:xfrm>
            <a:off x="3756025" y="3467100"/>
            <a:ext cx="169227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937" name="AutoShape 25"/>
          <p:cNvCxnSpPr>
            <a:cxnSpLocks noChangeShapeType="1"/>
            <a:stCxn id="38917" idx="3"/>
            <a:endCxn id="38920" idx="0"/>
          </p:cNvCxnSpPr>
          <p:nvPr/>
        </p:nvCxnSpPr>
        <p:spPr bwMode="auto">
          <a:xfrm>
            <a:off x="3756025" y="1895475"/>
            <a:ext cx="2105025" cy="1419225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8938" name="Text Box 26"/>
          <p:cNvSpPr txBox="1">
            <a:spLocks noChangeArrowheads="1"/>
          </p:cNvSpPr>
          <p:nvPr/>
        </p:nvSpPr>
        <p:spPr bwMode="auto">
          <a:xfrm>
            <a:off x="2906713" y="2120900"/>
            <a:ext cx="619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Yes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39" name="Text Box 27"/>
          <p:cNvSpPr txBox="1">
            <a:spLocks noChangeArrowheads="1"/>
          </p:cNvSpPr>
          <p:nvPr/>
        </p:nvSpPr>
        <p:spPr bwMode="auto">
          <a:xfrm>
            <a:off x="3687763" y="1862138"/>
            <a:ext cx="3460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No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40" name="Text Box 28"/>
          <p:cNvSpPr txBox="1">
            <a:spLocks noChangeArrowheads="1"/>
          </p:cNvSpPr>
          <p:nvPr/>
        </p:nvSpPr>
        <p:spPr bwMode="auto">
          <a:xfrm>
            <a:off x="3714750" y="3260725"/>
            <a:ext cx="5365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Yes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41" name="Text Box 29"/>
          <p:cNvSpPr txBox="1">
            <a:spLocks noChangeArrowheads="1"/>
          </p:cNvSpPr>
          <p:nvPr/>
        </p:nvSpPr>
        <p:spPr bwMode="auto">
          <a:xfrm>
            <a:off x="3302000" y="3725863"/>
            <a:ext cx="3460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No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42" name="Text Box 30"/>
          <p:cNvSpPr txBox="1">
            <a:spLocks noChangeArrowheads="1"/>
          </p:cNvSpPr>
          <p:nvPr/>
        </p:nvSpPr>
        <p:spPr bwMode="auto">
          <a:xfrm>
            <a:off x="3659188" y="5114925"/>
            <a:ext cx="2201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Sever / Network </a:t>
            </a:r>
            <a:r>
              <a:rPr lang="ko-KR" altLang="en-US" sz="1000"/>
              <a:t>정상복귀 시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43" name="Text Box 31"/>
          <p:cNvSpPr txBox="1">
            <a:spLocks noChangeArrowheads="1"/>
          </p:cNvSpPr>
          <p:nvPr/>
        </p:nvSpPr>
        <p:spPr bwMode="auto">
          <a:xfrm>
            <a:off x="3246438" y="5580063"/>
            <a:ext cx="18938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Sever / Network Down </a:t>
            </a:r>
            <a:r>
              <a:rPr lang="ko-KR" altLang="en-US" sz="1000"/>
              <a:t>일 경우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cxnSp>
        <p:nvCxnSpPr>
          <p:cNvPr id="38944" name="AutoShape 32"/>
          <p:cNvCxnSpPr>
            <a:cxnSpLocks noChangeShapeType="1"/>
            <a:stCxn id="38924" idx="1"/>
            <a:endCxn id="38916" idx="1"/>
          </p:cNvCxnSpPr>
          <p:nvPr/>
        </p:nvCxnSpPr>
        <p:spPr bwMode="auto">
          <a:xfrm rot="10800000">
            <a:off x="2806700" y="1028700"/>
            <a:ext cx="82550" cy="5105400"/>
          </a:xfrm>
          <a:prstGeom prst="bentConnector3">
            <a:avLst>
              <a:gd name="adj1" fmla="val 3219227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8945" name="Text Box 33"/>
          <p:cNvSpPr txBox="1">
            <a:spLocks noChangeArrowheads="1"/>
          </p:cNvSpPr>
          <p:nvPr/>
        </p:nvSpPr>
        <p:spPr bwMode="auto">
          <a:xfrm>
            <a:off x="4210050" y="996950"/>
            <a:ext cx="5041900" cy="831850"/>
          </a:xfrm>
          <a:prstGeom prst="rect">
            <a:avLst/>
          </a:prstGeom>
          <a:noFill/>
          <a:ln w="9525" algn="ctr">
            <a:solidFill>
              <a:srgbClr val="C0C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/>
              <a:t>※ Server Down </a:t>
            </a:r>
            <a:r>
              <a:rPr lang="ko-KR" altLang="en-US" sz="1200"/>
              <a:t>후 정상동작 할 경우 자체 </a:t>
            </a:r>
            <a:r>
              <a:rPr lang="en-US" altLang="ko-KR" sz="1200"/>
              <a:t>HDD</a:t>
            </a:r>
            <a:r>
              <a:rPr lang="ko-KR" altLang="en-US" sz="1200"/>
              <a:t>에 저장된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200"/>
              <a:t>    </a:t>
            </a:r>
            <a:r>
              <a:rPr lang="en-US" altLang="ko-KR" sz="1200"/>
              <a:t>Defect File</a:t>
            </a:r>
            <a:r>
              <a:rPr lang="ko-KR" altLang="en-US" sz="1200"/>
              <a:t>을  </a:t>
            </a:r>
            <a:r>
              <a:rPr lang="en-US" altLang="ko-KR" sz="1200"/>
              <a:t>Server</a:t>
            </a:r>
            <a:r>
              <a:rPr lang="ko-KR" altLang="en-US" sz="1200"/>
              <a:t>로 이동함</a:t>
            </a:r>
            <a:r>
              <a:rPr lang="en-US" altLang="ko-KR" sz="1200"/>
              <a:t>.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/>
              <a:t>※ Server Down</a:t>
            </a:r>
            <a:r>
              <a:rPr lang="ko-KR" altLang="en-US" sz="1200"/>
              <a:t>시에 자체 </a:t>
            </a:r>
            <a:r>
              <a:rPr lang="en-US" altLang="ko-KR" sz="1200"/>
              <a:t>HDD</a:t>
            </a:r>
            <a:r>
              <a:rPr lang="ko-KR" altLang="en-US" sz="1200"/>
              <a:t>에는 </a:t>
            </a:r>
            <a:r>
              <a:rPr lang="en-US" altLang="ko-KR" sz="1200"/>
              <a:t>Server</a:t>
            </a:r>
            <a:r>
              <a:rPr lang="ko-KR" altLang="en-US" sz="1200"/>
              <a:t>와 동일한 </a:t>
            </a:r>
            <a:r>
              <a:rPr lang="en-US" altLang="ko-KR" sz="1200"/>
              <a:t>Directory </a:t>
            </a:r>
            <a:r>
              <a:rPr lang="ko-KR" altLang="en-US" sz="1200"/>
              <a:t>구성으로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200"/>
              <a:t>    </a:t>
            </a:r>
            <a:r>
              <a:rPr lang="en-US" altLang="ko-KR" sz="1200"/>
              <a:t>defect&amp;Image file</a:t>
            </a:r>
            <a:r>
              <a:rPr lang="ko-KR" altLang="en-US" sz="1200"/>
              <a:t>을 저장함</a:t>
            </a:r>
            <a:r>
              <a:rPr lang="en-US" altLang="ko-KR" sz="1200"/>
              <a:t>.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8946" name="Text Box 34"/>
          <p:cNvSpPr txBox="1">
            <a:spLocks noChangeArrowheads="1"/>
          </p:cNvSpPr>
          <p:nvPr/>
        </p:nvSpPr>
        <p:spPr bwMode="auto">
          <a:xfrm>
            <a:off x="5888038" y="5130800"/>
            <a:ext cx="368776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99CC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/>
              <a:t>※ Defect</a:t>
            </a:r>
            <a:r>
              <a:rPr lang="ko-KR" altLang="en-US" sz="1200"/>
              <a:t>와 </a:t>
            </a:r>
            <a:r>
              <a:rPr lang="en-US" altLang="ko-KR" sz="1200"/>
              <a:t>Index file</a:t>
            </a:r>
            <a:r>
              <a:rPr lang="ko-KR" altLang="en-US" sz="1200"/>
              <a:t>을 정상적으로 재처리 함</a:t>
            </a:r>
            <a:r>
              <a:rPr lang="en-US" altLang="ko-KR" sz="1200"/>
              <a:t>.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6" name="Rectangle 1368"/>
          <p:cNvSpPr>
            <a:spLocks noChangeArrowheads="1"/>
          </p:cNvSpPr>
          <p:nvPr/>
        </p:nvSpPr>
        <p:spPr bwMode="auto">
          <a:xfrm>
            <a:off x="57150" y="57150"/>
            <a:ext cx="134524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6. </a:t>
            </a:r>
            <a:r>
              <a:rPr lang="ko-KR" altLang="en-US" sz="1800" b="1">
                <a:solidFill>
                  <a:schemeClr val="bg1"/>
                </a:solidFill>
              </a:rPr>
              <a:t>일반사항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Rectangle 3"/>
          <p:cNvSpPr>
            <a:spLocks noChangeArrowheads="1"/>
          </p:cNvSpPr>
          <p:nvPr/>
        </p:nvSpPr>
        <p:spPr bwMode="auto">
          <a:xfrm>
            <a:off x="6353175" y="203200"/>
            <a:ext cx="21971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300" b="1"/>
              <a:t>6-2. GLASS ID </a:t>
            </a:r>
            <a:r>
              <a:rPr lang="ko-KR" altLang="en-US" sz="1300" b="1"/>
              <a:t>인식 오류시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9940" name="Text Box 8"/>
          <p:cNvSpPr txBox="1">
            <a:spLocks noChangeArrowheads="1"/>
          </p:cNvSpPr>
          <p:nvPr/>
        </p:nvSpPr>
        <p:spPr bwMode="auto">
          <a:xfrm>
            <a:off x="260350" y="1196975"/>
            <a:ext cx="165893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200" b="1"/>
              <a:t>■ OCR  </a:t>
            </a:r>
            <a:r>
              <a:rPr lang="ko-KR" altLang="en-US" sz="1200" b="1"/>
              <a:t>미적용 장비  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9941" name="Text Box 14"/>
          <p:cNvSpPr txBox="1">
            <a:spLocks noChangeArrowheads="1"/>
          </p:cNvSpPr>
          <p:nvPr/>
        </p:nvSpPr>
        <p:spPr bwMode="auto">
          <a:xfrm>
            <a:off x="476250" y="1549400"/>
            <a:ext cx="37449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100" b="1"/>
              <a:t>1. GLASS DEFECT FILE </a:t>
            </a:r>
            <a:r>
              <a:rPr lang="ko-KR" altLang="en-US" sz="1100" b="1"/>
              <a:t>정보와 </a:t>
            </a:r>
            <a:r>
              <a:rPr lang="en-US" altLang="ko-KR" sz="1100" b="1"/>
              <a:t>HOST </a:t>
            </a:r>
            <a:r>
              <a:rPr lang="ko-KR" altLang="en-US" sz="1100" b="1"/>
              <a:t>정보가 다를 경우 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9942" name="Rectangle 15"/>
          <p:cNvSpPr>
            <a:spLocks noChangeArrowheads="1"/>
          </p:cNvSpPr>
          <p:nvPr/>
        </p:nvSpPr>
        <p:spPr bwMode="auto">
          <a:xfrm>
            <a:off x="590550" y="1808163"/>
            <a:ext cx="10493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/>
              <a:t>1) ON-LINE </a:t>
            </a:r>
            <a:r>
              <a:rPr lang="ko-KR" altLang="en-US" sz="1000" b="1"/>
              <a:t>시 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9943" name="Rectangle 16"/>
          <p:cNvSpPr>
            <a:spLocks noChangeArrowheads="1"/>
          </p:cNvSpPr>
          <p:nvPr/>
        </p:nvSpPr>
        <p:spPr bwMode="auto">
          <a:xfrm>
            <a:off x="590550" y="2533650"/>
            <a:ext cx="1112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 b="1"/>
              <a:t>2) OFF-LINE </a:t>
            </a:r>
            <a:r>
              <a:rPr lang="ko-KR" altLang="en-US" sz="1000" b="1"/>
              <a:t>시 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9944" name="Text Box 17"/>
          <p:cNvSpPr txBox="1">
            <a:spLocks noChangeArrowheads="1"/>
          </p:cNvSpPr>
          <p:nvPr/>
        </p:nvSpPr>
        <p:spPr bwMode="auto">
          <a:xfrm>
            <a:off x="641350" y="1982788"/>
            <a:ext cx="5611813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 ① </a:t>
            </a:r>
            <a:r>
              <a:rPr lang="ko-KR" altLang="en-US" sz="1000"/>
              <a:t>장비는 일시정지 상태가 되며 </a:t>
            </a:r>
            <a:r>
              <a:rPr lang="en-US" altLang="ko-KR" sz="1000"/>
              <a:t>Alarm </a:t>
            </a:r>
            <a:r>
              <a:rPr lang="ko-KR" altLang="en-US" sz="1000"/>
              <a:t>을 발생함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 ② 현미경 </a:t>
            </a:r>
            <a:r>
              <a:rPr lang="en-US" altLang="ko-KR" sz="1000"/>
              <a:t>UNIT </a:t>
            </a:r>
            <a:r>
              <a:rPr lang="ko-KR" altLang="en-US" sz="1000"/>
              <a:t>이 </a:t>
            </a:r>
            <a:r>
              <a:rPr lang="en-US" altLang="ko-KR" sz="1000"/>
              <a:t>GLASS ID </a:t>
            </a:r>
            <a:r>
              <a:rPr lang="ko-KR" altLang="en-US" sz="1000"/>
              <a:t>위치로 이동하여 </a:t>
            </a:r>
            <a:r>
              <a:rPr lang="en-US" altLang="ko-KR" sz="1000"/>
              <a:t>MONITOR </a:t>
            </a:r>
            <a:r>
              <a:rPr lang="ko-KR" altLang="en-US" sz="1000"/>
              <a:t>화면에 </a:t>
            </a:r>
            <a:r>
              <a:rPr lang="en-US" altLang="ko-KR" sz="1000"/>
              <a:t>GLASS ID </a:t>
            </a:r>
            <a:r>
              <a:rPr lang="ko-KR" altLang="en-US" sz="1000"/>
              <a:t>위치를 </a:t>
            </a:r>
            <a:r>
              <a:rPr lang="en-US" altLang="ko-KR" sz="1000"/>
              <a:t>DISPLAY</a:t>
            </a:r>
            <a:r>
              <a:rPr lang="ko-KR" altLang="en-US" sz="1000"/>
              <a:t>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ko-KR" altLang="en-US" sz="1000"/>
              <a:t> ③ 실 </a:t>
            </a:r>
            <a:r>
              <a:rPr lang="en-US" altLang="ko-KR" sz="1000"/>
              <a:t>GLASS</a:t>
            </a:r>
            <a:r>
              <a:rPr lang="ko-KR" altLang="en-US" sz="1000"/>
              <a:t>의 </a:t>
            </a:r>
            <a:r>
              <a:rPr lang="en-US" altLang="ko-KR" sz="1000"/>
              <a:t>ID </a:t>
            </a:r>
            <a:r>
              <a:rPr lang="ko-KR" altLang="en-US" sz="1000"/>
              <a:t>를 검사자가 확인하고 적용할 </a:t>
            </a:r>
            <a:r>
              <a:rPr lang="en-US" altLang="ko-KR" sz="1000"/>
              <a:t>GLASS ID </a:t>
            </a:r>
            <a:r>
              <a:rPr lang="ko-KR" altLang="en-US" sz="1000"/>
              <a:t>를 결정함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39945" name="Text Box 18"/>
          <p:cNvSpPr txBox="1">
            <a:spLocks noChangeArrowheads="1"/>
          </p:cNvSpPr>
          <p:nvPr/>
        </p:nvSpPr>
        <p:spPr bwMode="auto">
          <a:xfrm>
            <a:off x="641350" y="2720975"/>
            <a:ext cx="32575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 ① GLASS DEFECT FILE </a:t>
            </a:r>
            <a:r>
              <a:rPr lang="ko-KR" altLang="en-US" sz="1000"/>
              <a:t>의 </a:t>
            </a:r>
            <a:r>
              <a:rPr lang="en-US" altLang="ko-KR" sz="1000"/>
              <a:t>GLASS ID </a:t>
            </a:r>
            <a:r>
              <a:rPr lang="ko-KR" altLang="en-US" sz="1000"/>
              <a:t>정보를 적용함</a:t>
            </a:r>
            <a:endParaRPr lang="ko-KR" altLang="en-US" sz="1800">
              <a:latin typeface="굴림" pitchFamily="50" charset="-127"/>
              <a:ea typeface="굴림" pitchFamily="50" charset="-127"/>
            </a:endParaRPr>
          </a:p>
        </p:txBody>
      </p:sp>
      <p:sp>
        <p:nvSpPr>
          <p:cNvPr id="10" name="Rectangle 1368"/>
          <p:cNvSpPr>
            <a:spLocks noChangeArrowheads="1"/>
          </p:cNvSpPr>
          <p:nvPr/>
        </p:nvSpPr>
        <p:spPr bwMode="auto">
          <a:xfrm>
            <a:off x="57150" y="57150"/>
            <a:ext cx="134524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6. </a:t>
            </a:r>
            <a:r>
              <a:rPr lang="ko-KR" altLang="en-US" sz="1800" b="1">
                <a:solidFill>
                  <a:schemeClr val="bg1"/>
                </a:solidFill>
              </a:rPr>
              <a:t>일반사항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Rectangle 4"/>
          <p:cNvSpPr>
            <a:spLocks noChangeArrowheads="1"/>
          </p:cNvSpPr>
          <p:nvPr/>
        </p:nvSpPr>
        <p:spPr bwMode="auto">
          <a:xfrm>
            <a:off x="236538" y="630238"/>
            <a:ext cx="8223250" cy="452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</a:rPr>
              <a:t>■ ERROR_LOG : </a:t>
            </a:r>
            <a:r>
              <a:rPr lang="ko-KR" altLang="en-US" sz="1200" b="1">
                <a:solidFill>
                  <a:srgbClr val="000000"/>
                </a:solidFill>
              </a:rPr>
              <a:t>장비 </a:t>
            </a:r>
            <a:r>
              <a:rPr lang="en-US" altLang="ko-KR" sz="1200" b="1">
                <a:solidFill>
                  <a:srgbClr val="000000"/>
                </a:solidFill>
              </a:rPr>
              <a:t>Error </a:t>
            </a:r>
            <a:r>
              <a:rPr lang="ko-KR" altLang="en-US" sz="1200" b="1">
                <a:solidFill>
                  <a:srgbClr val="000000"/>
                </a:solidFill>
              </a:rPr>
              <a:t>발생 이력 기록 </a:t>
            </a:r>
            <a:r>
              <a:rPr lang="en-US" altLang="ko-KR" sz="1200" b="1">
                <a:solidFill>
                  <a:srgbClr val="000000"/>
                </a:solidFill>
              </a:rPr>
              <a:t>Data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1. </a:t>
            </a:r>
            <a:r>
              <a:rPr lang="ko-KR" altLang="en-US" sz="1000">
                <a:solidFill>
                  <a:srgbClr val="000000"/>
                </a:solidFill>
              </a:rPr>
              <a:t>저장 </a:t>
            </a:r>
            <a:r>
              <a:rPr lang="en-US" altLang="ko-KR" sz="1000">
                <a:solidFill>
                  <a:srgbClr val="000000"/>
                </a:solidFill>
              </a:rPr>
              <a:t>Directory Rule : C:\DEFECT\ERROR_LOG\EQPID\MACHINEID\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2. File Name : EQPID_YYYYMM.log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3. </a:t>
            </a:r>
            <a:r>
              <a:rPr lang="ko-KR" altLang="en-US" sz="1000">
                <a:solidFill>
                  <a:srgbClr val="000000"/>
                </a:solidFill>
              </a:rPr>
              <a:t>생성주기  </a:t>
            </a:r>
            <a:r>
              <a:rPr lang="en-US" altLang="ko-KR" sz="1000">
                <a:solidFill>
                  <a:srgbClr val="000000"/>
                </a:solidFill>
              </a:rPr>
              <a:t>: </a:t>
            </a:r>
            <a:r>
              <a:rPr lang="ko-KR" altLang="en-US" sz="1000">
                <a:solidFill>
                  <a:srgbClr val="000000"/>
                </a:solidFill>
              </a:rPr>
              <a:t>월별 </a:t>
            </a:r>
            <a:r>
              <a:rPr lang="ko-KR" altLang="en-US" sz="1000" err="1">
                <a:solidFill>
                  <a:srgbClr val="000000"/>
                </a:solidFill>
              </a:rPr>
              <a:t>첫번재</a:t>
            </a:r>
            <a:r>
              <a:rPr lang="ko-KR" altLang="en-US" sz="1000">
                <a:solidFill>
                  <a:srgbClr val="000000"/>
                </a:solidFill>
              </a:rPr>
              <a:t> </a:t>
            </a:r>
            <a:r>
              <a:rPr lang="en-US" altLang="ko-KR" sz="1000">
                <a:solidFill>
                  <a:srgbClr val="000000"/>
                </a:solidFill>
              </a:rPr>
              <a:t>Error </a:t>
            </a:r>
            <a:r>
              <a:rPr lang="ko-KR" altLang="en-US" sz="1000">
                <a:solidFill>
                  <a:srgbClr val="000000"/>
                </a:solidFill>
              </a:rPr>
              <a:t>발생시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</a:rPr>
              <a:t>    </a:t>
            </a:r>
            <a:r>
              <a:rPr lang="en-US" altLang="ko-KR" sz="1000">
                <a:solidFill>
                  <a:srgbClr val="000000"/>
                </a:solidFill>
              </a:rPr>
              <a:t>4. File </a:t>
            </a:r>
            <a:r>
              <a:rPr lang="ko-KR" altLang="en-US" sz="1000">
                <a:solidFill>
                  <a:srgbClr val="000000"/>
                </a:solidFill>
              </a:rPr>
              <a:t>내용    </a:t>
            </a:r>
            <a:r>
              <a:rPr lang="en-US" altLang="ko-KR" sz="1000">
                <a:solidFill>
                  <a:srgbClr val="000000"/>
                </a:solidFill>
              </a:rPr>
              <a:t>: 0, YYYYMMDD_HHMMSS,LOTID, GLSID, </a:t>
            </a:r>
            <a:r>
              <a:rPr lang="en-US" altLang="ko-KR" sz="1000" err="1">
                <a:solidFill>
                  <a:srgbClr val="000000"/>
                </a:solidFill>
              </a:rPr>
              <a:t>Error_code,Error</a:t>
            </a:r>
            <a:r>
              <a:rPr lang="en-US" altLang="ko-KR" sz="1000">
                <a:solidFill>
                  <a:srgbClr val="000000"/>
                </a:solidFill>
              </a:rPr>
              <a:t> Message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1, YYYYMMDD_HHMMSS,LOTID, GLSID, </a:t>
            </a:r>
            <a:r>
              <a:rPr lang="en-US" altLang="ko-KR" sz="1000" err="1">
                <a:solidFill>
                  <a:srgbClr val="000000"/>
                </a:solidFill>
              </a:rPr>
              <a:t>Error_code</a:t>
            </a:r>
            <a:r>
              <a:rPr lang="en-US" altLang="ko-KR" sz="1000">
                <a:solidFill>
                  <a:srgbClr val="000000"/>
                </a:solidFill>
              </a:rPr>
              <a:t> ,Error Message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2, YYYYMMDD_HHMMSS,LOTID, GLSID, </a:t>
            </a:r>
            <a:r>
              <a:rPr lang="en-US" altLang="ko-KR" sz="1000" err="1">
                <a:solidFill>
                  <a:srgbClr val="000000"/>
                </a:solidFill>
              </a:rPr>
              <a:t>Error_code</a:t>
            </a:r>
            <a:r>
              <a:rPr lang="en-US" altLang="ko-KR" sz="1000">
                <a:solidFill>
                  <a:srgbClr val="000000"/>
                </a:solidFill>
              </a:rPr>
              <a:t> ,Error Message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   .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   .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200" b="1">
                <a:solidFill>
                  <a:srgbClr val="000000"/>
                </a:solidFill>
              </a:rPr>
              <a:t>■ RECIPE_LOG : </a:t>
            </a:r>
            <a:r>
              <a:rPr lang="ko-KR" altLang="en-US" sz="1200" b="1" err="1">
                <a:solidFill>
                  <a:srgbClr val="000000"/>
                </a:solidFill>
              </a:rPr>
              <a:t>장비내</a:t>
            </a:r>
            <a:r>
              <a:rPr lang="ko-KR" altLang="en-US" sz="1200" b="1">
                <a:solidFill>
                  <a:srgbClr val="000000"/>
                </a:solidFill>
              </a:rPr>
              <a:t> </a:t>
            </a:r>
            <a:r>
              <a:rPr lang="en-US" altLang="ko-KR" sz="1200" b="1">
                <a:solidFill>
                  <a:srgbClr val="000000"/>
                </a:solidFill>
              </a:rPr>
              <a:t>Recipe </a:t>
            </a:r>
            <a:r>
              <a:rPr lang="ko-KR" altLang="en-US" sz="1200" b="1">
                <a:solidFill>
                  <a:srgbClr val="000000"/>
                </a:solidFill>
              </a:rPr>
              <a:t>및 </a:t>
            </a:r>
            <a:r>
              <a:rPr lang="en-US" altLang="ko-KR" sz="1200" b="1">
                <a:solidFill>
                  <a:srgbClr val="000000"/>
                </a:solidFill>
              </a:rPr>
              <a:t>System Parameter </a:t>
            </a:r>
            <a:r>
              <a:rPr lang="ko-KR" altLang="en-US" sz="1200" b="1">
                <a:solidFill>
                  <a:srgbClr val="000000"/>
                </a:solidFill>
              </a:rPr>
              <a:t>변경 이력 기록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</a:rPr>
              <a:t>    </a:t>
            </a:r>
            <a:r>
              <a:rPr lang="en-US" altLang="ko-KR" sz="1000">
                <a:solidFill>
                  <a:srgbClr val="000000"/>
                </a:solidFill>
              </a:rPr>
              <a:t>1. </a:t>
            </a:r>
            <a:r>
              <a:rPr lang="ko-KR" altLang="en-US" sz="1000">
                <a:solidFill>
                  <a:srgbClr val="000000"/>
                </a:solidFill>
              </a:rPr>
              <a:t>저장 </a:t>
            </a:r>
            <a:r>
              <a:rPr lang="en-US" altLang="ko-KR" sz="1000">
                <a:solidFill>
                  <a:srgbClr val="000000"/>
                </a:solidFill>
              </a:rPr>
              <a:t>Directory Rule : C:\DEFECT\RECIPE_LOG\EQPID\MACHINEID\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2.  File Name   : EQPID_YYYYMM.log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3.  </a:t>
            </a:r>
            <a:r>
              <a:rPr lang="ko-KR" altLang="en-US" sz="1000">
                <a:solidFill>
                  <a:srgbClr val="000000"/>
                </a:solidFill>
              </a:rPr>
              <a:t>생성주기 </a:t>
            </a:r>
            <a:r>
              <a:rPr lang="en-US" altLang="ko-KR" sz="1000">
                <a:solidFill>
                  <a:srgbClr val="000000"/>
                </a:solidFill>
              </a:rPr>
              <a:t>: </a:t>
            </a:r>
            <a:r>
              <a:rPr lang="ko-KR" altLang="en-US" sz="1000">
                <a:solidFill>
                  <a:srgbClr val="000000"/>
                </a:solidFill>
              </a:rPr>
              <a:t>월별 </a:t>
            </a:r>
            <a:r>
              <a:rPr lang="ko-KR" altLang="en-US" sz="1000" err="1">
                <a:solidFill>
                  <a:srgbClr val="000000"/>
                </a:solidFill>
              </a:rPr>
              <a:t>장비별로</a:t>
            </a:r>
            <a:r>
              <a:rPr lang="ko-KR" altLang="en-US" sz="1000">
                <a:solidFill>
                  <a:srgbClr val="000000"/>
                </a:solidFill>
              </a:rPr>
              <a:t> </a:t>
            </a:r>
            <a:r>
              <a:rPr lang="ko-KR" altLang="en-US" sz="1000" err="1">
                <a:solidFill>
                  <a:srgbClr val="000000"/>
                </a:solidFill>
              </a:rPr>
              <a:t>첫번째</a:t>
            </a:r>
            <a:r>
              <a:rPr lang="ko-KR" altLang="en-US" sz="1000">
                <a:solidFill>
                  <a:srgbClr val="000000"/>
                </a:solidFill>
              </a:rPr>
              <a:t> </a:t>
            </a:r>
            <a:r>
              <a:rPr lang="en-US" altLang="ko-KR" sz="1000">
                <a:solidFill>
                  <a:srgbClr val="000000"/>
                </a:solidFill>
              </a:rPr>
              <a:t>Recipe </a:t>
            </a:r>
            <a:r>
              <a:rPr lang="ko-KR" altLang="en-US" sz="1000">
                <a:solidFill>
                  <a:srgbClr val="000000"/>
                </a:solidFill>
              </a:rPr>
              <a:t>및 </a:t>
            </a:r>
            <a:r>
              <a:rPr lang="en-US" altLang="ko-KR" sz="1000">
                <a:solidFill>
                  <a:srgbClr val="000000"/>
                </a:solidFill>
              </a:rPr>
              <a:t>System parameter </a:t>
            </a:r>
            <a:r>
              <a:rPr lang="ko-KR" altLang="en-US" sz="1000">
                <a:solidFill>
                  <a:srgbClr val="000000"/>
                </a:solidFill>
              </a:rPr>
              <a:t>변경 발생시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ko-KR" altLang="en-US" sz="1000">
                <a:solidFill>
                  <a:srgbClr val="000000"/>
                </a:solidFill>
              </a:rPr>
              <a:t>    </a:t>
            </a:r>
            <a:r>
              <a:rPr lang="en-US" altLang="ko-KR" sz="1000">
                <a:solidFill>
                  <a:srgbClr val="000000"/>
                </a:solidFill>
              </a:rPr>
              <a:t>4.  File  </a:t>
            </a:r>
            <a:r>
              <a:rPr lang="ko-KR" altLang="en-US" sz="1000">
                <a:solidFill>
                  <a:srgbClr val="000000"/>
                </a:solidFill>
              </a:rPr>
              <a:t>내용   </a:t>
            </a:r>
            <a:r>
              <a:rPr lang="en-US" altLang="ko-KR" sz="1000">
                <a:solidFill>
                  <a:srgbClr val="000000"/>
                </a:solidFill>
              </a:rPr>
              <a:t>: 0, YYYYMMDD_HHMMSS, USERID, RECIPE_NAME,ITEM,</a:t>
            </a:r>
            <a:r>
              <a:rPr lang="ko-KR" altLang="en-US" sz="1000" err="1">
                <a:solidFill>
                  <a:srgbClr val="000000"/>
                </a:solidFill>
              </a:rPr>
              <a:t>변경전</a:t>
            </a:r>
            <a:r>
              <a:rPr lang="ko-KR" altLang="en-US" sz="1000">
                <a:solidFill>
                  <a:srgbClr val="000000"/>
                </a:solidFill>
              </a:rPr>
              <a:t> 값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  <a:r>
              <a:rPr lang="ko-KR" altLang="en-US" sz="1000" err="1">
                <a:solidFill>
                  <a:srgbClr val="000000"/>
                </a:solidFill>
              </a:rPr>
              <a:t>변경후</a:t>
            </a:r>
            <a:r>
              <a:rPr lang="ko-KR" altLang="en-US" sz="1000">
                <a:solidFill>
                  <a:srgbClr val="000000"/>
                </a:solidFill>
              </a:rPr>
              <a:t> 값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1, YYYYMMDD_HHMMSS, USERID, RECIPE_NAME,ITEM,</a:t>
            </a:r>
            <a:r>
              <a:rPr lang="ko-KR" altLang="en-US" sz="1000" err="1">
                <a:solidFill>
                  <a:srgbClr val="000000"/>
                </a:solidFill>
              </a:rPr>
              <a:t>변경전</a:t>
            </a:r>
            <a:r>
              <a:rPr lang="ko-KR" altLang="en-US" sz="1000">
                <a:solidFill>
                  <a:srgbClr val="000000"/>
                </a:solidFill>
              </a:rPr>
              <a:t> 값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  <a:r>
              <a:rPr lang="ko-KR" altLang="en-US" sz="1000" err="1">
                <a:solidFill>
                  <a:srgbClr val="000000"/>
                </a:solidFill>
              </a:rPr>
              <a:t>변경후</a:t>
            </a:r>
            <a:r>
              <a:rPr lang="ko-KR" altLang="en-US" sz="1000">
                <a:solidFill>
                  <a:srgbClr val="000000"/>
                </a:solidFill>
              </a:rPr>
              <a:t> 값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2, YYYYMMDD_HHMMSS, USERID, RECIPE_NAME,ITEM,</a:t>
            </a:r>
            <a:r>
              <a:rPr lang="ko-KR" altLang="en-US" sz="1000" err="1">
                <a:solidFill>
                  <a:srgbClr val="000000"/>
                </a:solidFill>
              </a:rPr>
              <a:t>변경전</a:t>
            </a:r>
            <a:r>
              <a:rPr lang="ko-KR" altLang="en-US" sz="1000">
                <a:solidFill>
                  <a:srgbClr val="000000"/>
                </a:solidFill>
              </a:rPr>
              <a:t> 값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  <a:r>
              <a:rPr lang="ko-KR" altLang="en-US" sz="1000" err="1">
                <a:solidFill>
                  <a:srgbClr val="000000"/>
                </a:solidFill>
              </a:rPr>
              <a:t>변경후</a:t>
            </a:r>
            <a:r>
              <a:rPr lang="ko-KR" altLang="en-US" sz="1000">
                <a:solidFill>
                  <a:srgbClr val="000000"/>
                </a:solidFill>
              </a:rPr>
              <a:t> 값</a:t>
            </a:r>
            <a:r>
              <a:rPr lang="en-US" altLang="ko-KR" sz="1000">
                <a:solidFill>
                  <a:srgbClr val="000000"/>
                </a:solidFill>
              </a:rPr>
              <a:t>,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   .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   .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000000"/>
                </a:solidFill>
              </a:rPr>
              <a:t>                               </a:t>
            </a:r>
          </a:p>
        </p:txBody>
      </p:sp>
      <p:sp>
        <p:nvSpPr>
          <p:cNvPr id="40964" name="Rectangle 22"/>
          <p:cNvSpPr>
            <a:spLocks noChangeArrowheads="1"/>
          </p:cNvSpPr>
          <p:nvPr/>
        </p:nvSpPr>
        <p:spPr bwMode="auto">
          <a:xfrm>
            <a:off x="6935788" y="203200"/>
            <a:ext cx="1614487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</a:pPr>
            <a:r>
              <a:rPr lang="en-US" altLang="ko-KR" sz="1300" b="1"/>
              <a:t>6-3. </a:t>
            </a:r>
            <a:r>
              <a:rPr lang="ko-KR" altLang="en-US" sz="1300" b="1"/>
              <a:t>각종 </a:t>
            </a:r>
            <a:r>
              <a:rPr lang="en-US" altLang="ko-KR" sz="1300" b="1"/>
              <a:t>LOG </a:t>
            </a:r>
            <a:r>
              <a:rPr lang="ko-KR" altLang="en-US" sz="1300" b="1"/>
              <a:t>기록</a:t>
            </a:r>
          </a:p>
        </p:txBody>
      </p:sp>
      <p:sp>
        <p:nvSpPr>
          <p:cNvPr id="5" name="Rectangle 1368"/>
          <p:cNvSpPr>
            <a:spLocks noChangeArrowheads="1"/>
          </p:cNvSpPr>
          <p:nvPr/>
        </p:nvSpPr>
        <p:spPr bwMode="auto">
          <a:xfrm>
            <a:off x="57150" y="57150"/>
            <a:ext cx="134524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Wingdings" pitchFamily="2" charset="2"/>
              <a:buChar char="§"/>
              <a:defRPr sz="14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AutoNum type="arabicPeriod"/>
              <a:tabLst>
                <a:tab pos="93663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tabLst>
                <a:tab pos="174625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tabLst>
                <a:tab pos="26828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tabLst>
                <a:tab pos="363538" algn="l"/>
              </a:tabLst>
              <a:defRPr sz="1200">
                <a:solidFill>
                  <a:schemeClr val="tx1"/>
                </a:solidFill>
                <a:latin typeface="Arial" pitchFamily="34" charset="0"/>
                <a:ea typeface="돋움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ko-KR" sz="1800" b="1">
                <a:solidFill>
                  <a:schemeClr val="bg1"/>
                </a:solidFill>
              </a:rPr>
              <a:t>6. </a:t>
            </a:r>
            <a:r>
              <a:rPr lang="ko-KR" altLang="en-US" sz="1800" b="1">
                <a:solidFill>
                  <a:schemeClr val="bg1"/>
                </a:solidFill>
              </a:rPr>
              <a:t>일반사항</a:t>
            </a:r>
            <a:endParaRPr lang="en-US" altLang="ko-KR" sz="1800">
              <a:latin typeface="굴림" pitchFamily="50" charset="-127"/>
              <a:ea typeface="굴림" pitchFamily="50" charset="-127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디자인 사용자 지정">
  <a:themeElements>
    <a:clrScheme name="LGD color">
      <a:dk1>
        <a:srgbClr val="231F20"/>
      </a:dk1>
      <a:lt1>
        <a:sysClr val="window" lastClr="FFFFFF"/>
      </a:lt1>
      <a:dk2>
        <a:srgbClr val="2E448B"/>
      </a:dk2>
      <a:lt2>
        <a:srgbClr val="EEECE1"/>
      </a:lt2>
      <a:accent1>
        <a:srgbClr val="C5003D"/>
      </a:accent1>
      <a:accent2>
        <a:srgbClr val="77787B"/>
      </a:accent2>
      <a:accent3>
        <a:srgbClr val="B5985A"/>
      </a:accent3>
      <a:accent4>
        <a:srgbClr val="3A3335"/>
      </a:accent4>
      <a:accent5>
        <a:srgbClr val="014C21"/>
      </a:accent5>
      <a:accent6>
        <a:srgbClr val="F79646"/>
      </a:accent6>
      <a:hlink>
        <a:srgbClr val="0000FF"/>
      </a:hlink>
      <a:folHlink>
        <a:srgbClr val="800080"/>
      </a:folHlink>
    </a:clrScheme>
    <a:fontScheme name="LGD 표준글꼴">
      <a:majorFont>
        <a:latin typeface="Arial"/>
        <a:ea typeface="돋움"/>
        <a:cs typeface=""/>
      </a:majorFont>
      <a:minorFont>
        <a:latin typeface="Arial"/>
        <a:ea typeface="돋움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>
          <a:solidFill>
            <a:schemeClr val="bg1">
              <a:lumMod val="50000"/>
            </a:schemeClr>
          </a:solidFill>
        </a:ln>
      </a:spPr>
      <a:bodyPr rtlCol="0" anchor="ctr"/>
      <a:lstStyle>
        <a:defPPr algn="ctr">
          <a:defRPr sz="14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>
          <a:defRPr sz="1400" dirty="0" err="1" smtClean="0">
            <a:latin typeface="+mn-ea"/>
            <a:ea typeface="+mn-ea"/>
            <a:cs typeface="Arial" pitchFamily="34" charset="0"/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1_디자인 사용자 지정">
  <a:themeElements>
    <a:clrScheme name="LGD color">
      <a:dk1>
        <a:srgbClr val="231F20"/>
      </a:dk1>
      <a:lt1>
        <a:sysClr val="window" lastClr="FFFFFF"/>
      </a:lt1>
      <a:dk2>
        <a:srgbClr val="2E448B"/>
      </a:dk2>
      <a:lt2>
        <a:srgbClr val="EEECE1"/>
      </a:lt2>
      <a:accent1>
        <a:srgbClr val="C5003D"/>
      </a:accent1>
      <a:accent2>
        <a:srgbClr val="77787B"/>
      </a:accent2>
      <a:accent3>
        <a:srgbClr val="B5985A"/>
      </a:accent3>
      <a:accent4>
        <a:srgbClr val="3A3335"/>
      </a:accent4>
      <a:accent5>
        <a:srgbClr val="014C21"/>
      </a:accent5>
      <a:accent6>
        <a:srgbClr val="F79646"/>
      </a:accent6>
      <a:hlink>
        <a:srgbClr val="0000FF"/>
      </a:hlink>
      <a:folHlink>
        <a:srgbClr val="800080"/>
      </a:folHlink>
    </a:clrScheme>
    <a:fontScheme name="LGD 표준글꼴">
      <a:majorFont>
        <a:latin typeface="Arial"/>
        <a:ea typeface="돋움"/>
        <a:cs typeface=""/>
      </a:majorFont>
      <a:minorFont>
        <a:latin typeface="Arial"/>
        <a:ea typeface="돋움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>
          <a:solidFill>
            <a:schemeClr val="bg1">
              <a:lumMod val="50000"/>
            </a:schemeClr>
          </a:solidFill>
        </a:ln>
      </a:spPr>
      <a:bodyPr rtlCol="0" anchor="ctr"/>
      <a:lstStyle>
        <a:defPPr algn="ctr">
          <a:defRPr sz="14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>
          <a:defRPr sz="1400" dirty="0" err="1" smtClean="0">
            <a:latin typeface="+mn-ea"/>
            <a:ea typeface="+mn-ea"/>
            <a:cs typeface="Arial" pitchFamily="34" charset="0"/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415c6264-9073-468e-be88-68480fa25b3a" xsi:nil="true"/>
    <lcf76f155ced4ddcb4097134ff3c332f xmlns="5bfd4a53-f3f9-4d61-a188-d058120023cc">
      <Terms xmlns="http://schemas.microsoft.com/office/infopath/2007/PartnerControls"/>
    </lcf76f155ced4ddcb4097134ff3c332f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990C2D658685E94F885A7A7AFA36C6AB" ma:contentTypeVersion="12" ma:contentTypeDescription="새 문서를 만듭니다." ma:contentTypeScope="" ma:versionID="88234e228078b1efbfccc93696cea60e">
  <xsd:schema xmlns:xsd="http://www.w3.org/2001/XMLSchema" xmlns:xs="http://www.w3.org/2001/XMLSchema" xmlns:p="http://schemas.microsoft.com/office/2006/metadata/properties" xmlns:ns2="5bfd4a53-f3f9-4d61-a188-d058120023cc" xmlns:ns3="415c6264-9073-468e-be88-68480fa25b3a" targetNamespace="http://schemas.microsoft.com/office/2006/metadata/properties" ma:root="true" ma:fieldsID="13b9707e6caa532d904f106f6bf3c95d" ns2:_="" ns3:_="">
    <xsd:import namespace="5bfd4a53-f3f9-4d61-a188-d058120023cc"/>
    <xsd:import namespace="415c6264-9073-468e-be88-68480fa25b3a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bfd4a53-f3f9-4d61-a188-d058120023c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lcf76f155ced4ddcb4097134ff3c332f" ma:index="18" nillable="true" ma:taxonomy="true" ma:internalName="lcf76f155ced4ddcb4097134ff3c332f" ma:taxonomyFieldName="MediaServiceImageTags" ma:displayName="이미지 태그" ma:readOnly="false" ma:fieldId="{5cf76f15-5ced-4ddc-b409-7134ff3c332f}" ma:taxonomyMulti="true" ma:sspId="9d6f69df-9e28-4013-babb-5649dd19d1a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15c6264-9073-468e-be88-68480fa25b3a" elementFormDefault="qualified">
    <xsd:import namespace="http://schemas.microsoft.com/office/2006/documentManagement/types"/>
    <xsd:import namespace="http://schemas.microsoft.com/office/infopath/2007/PartnerControls"/>
    <xsd:element name="SharedWithUsers" ma:index="15" nillable="true" ma:displayName="공유 대상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6" nillable="true" ma:displayName="세부 정보 공유" ma:internalName="SharedWithDetails" ma:readOnly="true">
      <xsd:simpleType>
        <xsd:restriction base="dms:Note">
          <xsd:maxLength value="255"/>
        </xsd:restriction>
      </xsd:simpleType>
    </xsd:element>
    <xsd:element name="TaxCatchAll" ma:index="19" nillable="true" ma:displayName="Taxonomy Catch All Column" ma:hidden="true" ma:list="{49b4a215-1a5a-41a1-a390-7d34c6207179}" ma:internalName="TaxCatchAll" ma:showField="CatchAllData" ma:web="415c6264-9073-468e-be88-68480fa25b3a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C7454076-35F7-4DBF-9D9F-57C7C4128780}">
  <ds:schemaRefs>
    <ds:schemaRef ds:uri="http://schemas.microsoft.com/office/2006/metadata/properties"/>
    <ds:schemaRef ds:uri="http://schemas.microsoft.com/office/infopath/2007/PartnerControls"/>
  </ds:schemaRefs>
</ds:datastoreItem>
</file>

<file path=customXml/itemProps2.xml><?xml version="1.0" encoding="utf-8"?>
<ds:datastoreItem xmlns:ds="http://schemas.openxmlformats.org/officeDocument/2006/customXml" ds:itemID="{27691E4D-E18E-47C5-8D45-6E59E86FDD88}"/>
</file>

<file path=customXml/itemProps3.xml><?xml version="1.0" encoding="utf-8"?>
<ds:datastoreItem xmlns:ds="http://schemas.openxmlformats.org/officeDocument/2006/customXml" ds:itemID="{7DE1BD3C-763B-4ADE-BE75-7C153A3940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Application>Microsoft Office PowerPoint</Application>
  <PresentationFormat>A4 Paper (210x297 mm)</PresentationFormat>
  <Slides>82</Slides>
  <Notes>15</Notes>
  <HiddenSlides>0</HiddenSlide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82</vt:i4>
      </vt:variant>
    </vt:vector>
  </HeadingPairs>
  <TitlesOfParts>
    <vt:vector size="84" baseType="lpstr">
      <vt:lpstr>디자인 사용자 지정</vt:lpstr>
      <vt:lpstr>1_디자인 사용자 지정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user</dc:creator>
  <cp:revision>1</cp:revision>
  <dcterms:created xsi:type="dcterms:W3CDTF">2009-11-15T00:35:09Z</dcterms:created>
  <dcterms:modified xsi:type="dcterms:W3CDTF">2021-12-16T06:35:19Z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0x010100990C2D658685E94F885A7A7AFA36C6AB</vt:lpwstr>
  </property>
</Properties>
</file>